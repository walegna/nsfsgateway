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6602E-C167-C04E-98BA-7D1CB68C0E0D}" type="doc">
      <dgm:prSet loTypeId="urn:microsoft.com/office/officeart/2024/layout/BulletTimelineInverted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57ADD3-653D-D741-B454-2C2BD47E8F63}">
      <dgm:prSet phldrT="Add an event">
        <dgm:extLst>
          <a:ext uri="{C7F2D5A4-9E3B-4C8F-A7D2-1F8E9B6C4A30}">
            <msodIdLoc:phldrLoc xmlns:msodIdLoc="http://schemas.microsoft.com/office/drawing/2026/04/diagram/placeholderloc" id="msoidsIgxTimelineAddEvent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1996</a:t>
          </a:r>
        </a:p>
      </dgm:t>
    </dgm:pt>
    <dgm:pt modelId="{D36AAB68-B0D4-A94B-9E92-E4186B344E22}" type="parTrans" cxnId="{EAC4D983-3533-0C4D-97C7-4181DCC68BB4}">
      <dgm:prSet/>
      <dgm:spPr/>
      <dgm:t>
        <a:bodyPr/>
        <a:lstStyle/>
        <a:p>
          <a:endParaRPr lang="en-US"/>
        </a:p>
      </dgm:t>
    </dgm:pt>
    <dgm:pt modelId="{CB78376C-F3C0-194A-A762-DE520780814E}" type="sibTrans" cxnId="{EAC4D983-3533-0C4D-97C7-4181DCC68BB4}">
      <dgm:prSet/>
      <dgm:spPr/>
      <dgm:t>
        <a:bodyPr/>
        <a:lstStyle/>
        <a:p>
          <a:endParaRPr lang="en-US"/>
        </a:p>
      </dgm:t>
    </dgm:pt>
    <dgm:pt modelId="{68E24AF1-D98C-114B-A798-95A96C4BD278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TKF Foundation founded by Kitty &amp; Tom Stoner, as a private grant-giving foundation</a:t>
          </a:r>
        </a:p>
      </dgm:t>
    </dgm:pt>
    <dgm:pt modelId="{FEA98622-FB82-D34B-8CB9-5E5A01668530}" type="parTrans" cxnId="{5DD1CE6D-B561-AB41-9497-23C14C48C320}">
      <dgm:prSet/>
      <dgm:spPr/>
      <dgm:t>
        <a:bodyPr/>
        <a:lstStyle/>
        <a:p>
          <a:endParaRPr lang="en-US"/>
        </a:p>
      </dgm:t>
    </dgm:pt>
    <dgm:pt modelId="{ECB193D6-B39A-2A40-A967-4C6E460CFB15}" type="sibTrans" cxnId="{5DD1CE6D-B561-AB41-9497-23C14C48C320}">
      <dgm:prSet/>
      <dgm:spPr/>
      <dgm:t>
        <a:bodyPr/>
        <a:lstStyle/>
        <a:p>
          <a:endParaRPr lang="en-US"/>
        </a:p>
      </dgm:t>
    </dgm:pt>
    <dgm:pt modelId="{4B89DAA8-8835-CC43-8E6C-06BDEACCF512}">
      <dgm:prSet phldrT="Add an event">
        <dgm:extLst>
          <a:ext uri="{C7F2D5A4-9E3B-4C8F-A7D2-1F8E9B6C4A30}">
            <msodIdLoc:phldrLoc xmlns:msodIdLoc="http://schemas.microsoft.com/office/drawing/2026/04/diagram/placeholderloc" id="msoidsIgxTimelineAddEvent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2008</a:t>
          </a:r>
        </a:p>
      </dgm:t>
    </dgm:pt>
    <dgm:pt modelId="{19E31D0B-0C64-494E-BAC5-5886D277D25A}" type="parTrans" cxnId="{E9B3BB1C-60B0-914C-894D-ACF46A247B92}">
      <dgm:prSet/>
      <dgm:spPr/>
      <dgm:t>
        <a:bodyPr/>
        <a:lstStyle/>
        <a:p>
          <a:endParaRPr lang="en-US"/>
        </a:p>
      </dgm:t>
    </dgm:pt>
    <dgm:pt modelId="{A5B3936F-B156-EB44-860A-7078A5CFCD04}" type="sibTrans" cxnId="{E9B3BB1C-60B0-914C-894D-ACF46A247B92}">
      <dgm:prSet/>
      <dgm:spPr/>
      <dgm:t>
        <a:bodyPr/>
        <a:lstStyle/>
        <a:p>
          <a:endParaRPr lang="en-US"/>
        </a:p>
      </dgm:t>
    </dgm:pt>
    <dgm:pt modelId="{F8A13964-F580-A042-9396-5B91CC425639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/>
            <a:t>Open Spaces, Sacred Places published</a:t>
          </a:r>
        </a:p>
      </dgm:t>
    </dgm:pt>
    <dgm:pt modelId="{615D0095-7EB0-6940-AABF-83EB47740EF5}" type="parTrans" cxnId="{2728B2A2-ED0B-7A46-A593-0588EEF9B883}">
      <dgm:prSet/>
      <dgm:spPr/>
      <dgm:t>
        <a:bodyPr/>
        <a:lstStyle/>
        <a:p>
          <a:endParaRPr lang="en-US"/>
        </a:p>
      </dgm:t>
    </dgm:pt>
    <dgm:pt modelId="{A31DCC87-BC4D-7A4D-8451-972B56F1E928}" type="sibTrans" cxnId="{2728B2A2-ED0B-7A46-A593-0588EEF9B883}">
      <dgm:prSet/>
      <dgm:spPr/>
      <dgm:t>
        <a:bodyPr/>
        <a:lstStyle/>
        <a:p>
          <a:endParaRPr lang="en-US"/>
        </a:p>
      </dgm:t>
    </dgm:pt>
    <dgm:pt modelId="{E33B1DC1-2C69-A747-96F4-C417AB021E41}">
      <dgm:prSet phldrT="Add an event">
        <dgm:extLst>
          <a:ext uri="{C7F2D5A4-9E3B-4C8F-A7D2-1F8E9B6C4A30}">
            <msodIdLoc:phldrLoc xmlns:msodIdLoc="http://schemas.microsoft.com/office/drawing/2026/04/diagram/placeholderloc" id="msoidsIgxTimelineAddEvent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2012</a:t>
          </a:r>
        </a:p>
      </dgm:t>
    </dgm:pt>
    <dgm:pt modelId="{346DC890-D6C9-D343-978E-8ACFEFF9A74E}" type="parTrans" cxnId="{C8AA28D6-BA2B-F94B-9660-34C48A281C13}">
      <dgm:prSet/>
      <dgm:spPr/>
      <dgm:t>
        <a:bodyPr/>
        <a:lstStyle/>
        <a:p>
          <a:endParaRPr lang="en-US"/>
        </a:p>
      </dgm:t>
    </dgm:pt>
    <dgm:pt modelId="{8962E7A1-F12B-0840-822D-3856754CC1DD}" type="sibTrans" cxnId="{C8AA28D6-BA2B-F94B-9660-34C48A281C13}">
      <dgm:prSet/>
      <dgm:spPr/>
      <dgm:t>
        <a:bodyPr/>
        <a:lstStyle/>
        <a:p>
          <a:endParaRPr lang="en-US"/>
        </a:p>
      </dgm:t>
    </dgm:pt>
    <dgm:pt modelId="{2FAF084B-BBB3-1D4D-8EA1-638774405F77}">
      <dgm:prSet phldrT="Add an event">
        <dgm:extLst>
          <a:ext uri="{C7F2D5A4-9E3B-4C8F-A7D2-1F8E9B6C4A30}">
            <msodIdLoc:phldrLoc xmlns:msodIdLoc="http://schemas.microsoft.com/office/drawing/2026/04/diagram/placeholderloc" id="msoidsIgxTimelineAddEvent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2018</a:t>
          </a:r>
        </a:p>
      </dgm:t>
    </dgm:pt>
    <dgm:pt modelId="{E25001BB-9C81-9443-9955-1504490F931E}" type="parTrans" cxnId="{4D23422B-5751-3545-971E-77687C12308B}">
      <dgm:prSet/>
      <dgm:spPr/>
      <dgm:t>
        <a:bodyPr/>
        <a:lstStyle/>
        <a:p>
          <a:endParaRPr lang="en-US"/>
        </a:p>
      </dgm:t>
    </dgm:pt>
    <dgm:pt modelId="{68342CF3-0DA6-2D49-83EC-AEA735290B9F}" type="sibTrans" cxnId="{4D23422B-5751-3545-971E-77687C12308B}">
      <dgm:prSet/>
      <dgm:spPr/>
      <dgm:t>
        <a:bodyPr/>
        <a:lstStyle/>
        <a:p>
          <a:endParaRPr lang="en-US"/>
        </a:p>
      </dgm:t>
    </dgm:pt>
    <dgm:pt modelId="{EFFC43D8-7531-6243-AC3F-F647147015A0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 err="1"/>
            <a:t>Firesoul</a:t>
          </a:r>
          <a:r>
            <a:rPr lang="en-US" dirty="0"/>
            <a:t> Network founded</a:t>
          </a:r>
        </a:p>
      </dgm:t>
    </dgm:pt>
    <dgm:pt modelId="{562B998B-D965-A448-8BA9-59B30E28CD24}" type="parTrans" cxnId="{344324A4-6234-4A49-B6D4-C7B350B0BEFF}">
      <dgm:prSet/>
      <dgm:spPr/>
      <dgm:t>
        <a:bodyPr/>
        <a:lstStyle/>
        <a:p>
          <a:endParaRPr lang="en-US"/>
        </a:p>
      </dgm:t>
    </dgm:pt>
    <dgm:pt modelId="{B4B5F304-6C03-924D-AD73-C18C1957E94E}" type="sibTrans" cxnId="{344324A4-6234-4A49-B6D4-C7B350B0BEFF}">
      <dgm:prSet/>
      <dgm:spPr/>
      <dgm:t>
        <a:bodyPr/>
        <a:lstStyle/>
        <a:p>
          <a:endParaRPr lang="en-US"/>
        </a:p>
      </dgm:t>
    </dgm:pt>
    <dgm:pt modelId="{3879A657-31BB-8B44-A964-13D55433CAFD}">
      <dgm:prSet phldrT="Add an event">
        <dgm:extLst>
          <a:ext uri="{C7F2D5A4-9E3B-4C8F-A7D2-1F8E9B6C4A30}">
            <msodIdLoc:phldrLoc xmlns:msodIdLoc="http://schemas.microsoft.com/office/drawing/2026/04/diagram/placeholderloc" id="msoidsIgxTimelineAddEvent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2020</a:t>
          </a:r>
        </a:p>
      </dgm:t>
    </dgm:pt>
    <dgm:pt modelId="{CDCC34A2-FEA5-3A47-BF9E-E85C22E30976}" type="parTrans" cxnId="{94831A6B-C122-1046-AEBB-110FA1913D94}">
      <dgm:prSet/>
      <dgm:spPr/>
      <dgm:t>
        <a:bodyPr/>
        <a:lstStyle/>
        <a:p>
          <a:endParaRPr lang="en-US"/>
        </a:p>
      </dgm:t>
    </dgm:pt>
    <dgm:pt modelId="{40CCE5CE-6B56-BA4A-B2AC-40831F790D42}" type="sibTrans" cxnId="{94831A6B-C122-1046-AEBB-110FA1913D94}">
      <dgm:prSet/>
      <dgm:spPr/>
      <dgm:t>
        <a:bodyPr/>
        <a:lstStyle/>
        <a:p>
          <a:endParaRPr lang="en-US"/>
        </a:p>
      </dgm:t>
    </dgm:pt>
    <dgm:pt modelId="{D8D7D161-3D82-6347-9DDA-6C8FEA6FDEC9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Official rebranded to Nature Sacred and shift to operating foundation</a:t>
          </a:r>
        </a:p>
      </dgm:t>
    </dgm:pt>
    <dgm:pt modelId="{0CBA60E0-51FD-6145-8E72-DD53864426F0}" type="parTrans" cxnId="{1266857C-1DD4-2D41-AD20-B9483EFEACEC}">
      <dgm:prSet/>
      <dgm:spPr/>
      <dgm:t>
        <a:bodyPr/>
        <a:lstStyle/>
        <a:p>
          <a:endParaRPr lang="en-US"/>
        </a:p>
      </dgm:t>
    </dgm:pt>
    <dgm:pt modelId="{BBC8A394-4B3E-8A40-889F-B9D12E3C1B5D}" type="sibTrans" cxnId="{1266857C-1DD4-2D41-AD20-B9483EFEACEC}">
      <dgm:prSet/>
      <dgm:spPr/>
      <dgm:t>
        <a:bodyPr/>
        <a:lstStyle/>
        <a:p>
          <a:endParaRPr lang="en-US"/>
        </a:p>
      </dgm:t>
    </dgm:pt>
    <dgm:pt modelId="{FE9BA411-264B-D342-9AAB-21771C7EF648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2019</a:t>
          </a:r>
        </a:p>
      </dgm:t>
    </dgm:pt>
    <dgm:pt modelId="{863373B1-1B06-1E41-AE80-9D0B31C8FF87}" type="parTrans" cxnId="{C0614BFA-E406-084F-9548-A7951CAE67E9}">
      <dgm:prSet/>
      <dgm:spPr/>
      <dgm:t>
        <a:bodyPr/>
        <a:lstStyle/>
        <a:p>
          <a:endParaRPr lang="en-US"/>
        </a:p>
      </dgm:t>
    </dgm:pt>
    <dgm:pt modelId="{6E1DB1DF-453F-904C-869D-C815D5647E60}" type="sibTrans" cxnId="{C0614BFA-E406-084F-9548-A7951CAE67E9}">
      <dgm:prSet/>
      <dgm:spPr/>
      <dgm:t>
        <a:bodyPr/>
        <a:lstStyle/>
        <a:p>
          <a:endParaRPr lang="en-US"/>
        </a:p>
      </dgm:t>
    </dgm:pt>
    <dgm:pt modelId="{7B641F93-F6CE-B643-B6EB-34A12DC0DB7E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30+ Articles published funded by TKF</a:t>
          </a:r>
        </a:p>
      </dgm:t>
    </dgm:pt>
    <dgm:pt modelId="{1237DE8F-4A87-5E4D-93FD-B0BBAB8DB9EA}" type="parTrans" cxnId="{ED76AAC7-A393-4A46-B9B7-0A84399A29A6}">
      <dgm:prSet/>
      <dgm:spPr/>
      <dgm:t>
        <a:bodyPr/>
        <a:lstStyle/>
        <a:p>
          <a:endParaRPr lang="en-US"/>
        </a:p>
      </dgm:t>
    </dgm:pt>
    <dgm:pt modelId="{5F8F065B-2390-4F48-AE81-8C256FD1A5F0}" type="sibTrans" cxnId="{ED76AAC7-A393-4A46-B9B7-0A84399A29A6}">
      <dgm:prSet/>
      <dgm:spPr/>
      <dgm:t>
        <a:bodyPr/>
        <a:lstStyle/>
        <a:p>
          <a:endParaRPr lang="en-US"/>
        </a:p>
      </dgm:t>
    </dgm:pt>
    <dgm:pt modelId="{25FA52DB-3374-AB43-AE45-B25E437B023F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100 Sacred Places open</a:t>
          </a:r>
        </a:p>
      </dgm:t>
    </dgm:pt>
    <dgm:pt modelId="{B6C75A5A-453A-D24F-8A29-3A7C70ABC674}" type="parTrans" cxnId="{9270F3CD-B30F-4647-BA2E-82175ED8D8A2}">
      <dgm:prSet/>
      <dgm:spPr/>
      <dgm:t>
        <a:bodyPr/>
        <a:lstStyle/>
        <a:p>
          <a:endParaRPr lang="en-US"/>
        </a:p>
      </dgm:t>
    </dgm:pt>
    <dgm:pt modelId="{B1620AE8-ADDB-8E4C-8481-9127492BB845}" type="sibTrans" cxnId="{9270F3CD-B30F-4647-BA2E-82175ED8D8A2}">
      <dgm:prSet/>
      <dgm:spPr/>
      <dgm:t>
        <a:bodyPr/>
        <a:lstStyle/>
        <a:p>
          <a:endParaRPr lang="en-US"/>
        </a:p>
      </dgm:t>
    </dgm:pt>
    <dgm:pt modelId="{E7777803-FBD0-6341-A100-1C936E606B22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2022</a:t>
          </a:r>
        </a:p>
      </dgm:t>
    </dgm:pt>
    <dgm:pt modelId="{717E22F2-AC55-0C45-B4EA-F1793DB49821}" type="parTrans" cxnId="{3880584B-A599-5148-AF82-97C6862638AD}">
      <dgm:prSet/>
      <dgm:spPr/>
      <dgm:t>
        <a:bodyPr/>
        <a:lstStyle/>
        <a:p>
          <a:endParaRPr lang="en-US"/>
        </a:p>
      </dgm:t>
    </dgm:pt>
    <dgm:pt modelId="{89B8C39F-2EA0-E147-BD8C-50E544FB38BE}" type="sibTrans" cxnId="{3880584B-A599-5148-AF82-97C6862638AD}">
      <dgm:prSet/>
      <dgm:spPr/>
      <dgm:t>
        <a:bodyPr/>
        <a:lstStyle/>
        <a:p>
          <a:endParaRPr lang="en-US"/>
        </a:p>
      </dgm:t>
    </dgm:pt>
    <dgm:pt modelId="{903AC72B-5B57-764B-9204-C077840D39E1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/>
            <a:t>Celebrated 25 years</a:t>
          </a:r>
        </a:p>
      </dgm:t>
    </dgm:pt>
    <dgm:pt modelId="{F3615BB0-1317-5948-8493-9AAC0F4FC826}" type="parTrans" cxnId="{13BA1931-0C64-794D-8E12-E2BC5BEE405A}">
      <dgm:prSet/>
      <dgm:spPr/>
      <dgm:t>
        <a:bodyPr/>
        <a:lstStyle/>
        <a:p>
          <a:endParaRPr lang="en-US"/>
        </a:p>
      </dgm:t>
    </dgm:pt>
    <dgm:pt modelId="{34AB669A-CE65-8146-B3F4-F89B3ACE7EE5}" type="sibTrans" cxnId="{13BA1931-0C64-794D-8E12-E2BC5BEE405A}">
      <dgm:prSet/>
      <dgm:spPr/>
      <dgm:t>
        <a:bodyPr/>
        <a:lstStyle/>
        <a:p>
          <a:endParaRPr lang="en-US"/>
        </a:p>
      </dgm:t>
    </dgm:pt>
    <dgm:pt modelId="{D15A7CB6-E945-674D-935F-47241D48AE16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err="1"/>
            <a:t>BenchTalk</a:t>
          </a:r>
          <a:r>
            <a:rPr lang="en-US"/>
            <a:t> published</a:t>
          </a:r>
        </a:p>
      </dgm:t>
    </dgm:pt>
    <dgm:pt modelId="{B26365F0-0552-1E4A-96EC-4EF09EAE1A68}" type="parTrans" cxnId="{16819A92-A4A3-CA4E-BD8A-90A501C2C734}">
      <dgm:prSet/>
      <dgm:spPr/>
      <dgm:t>
        <a:bodyPr/>
        <a:lstStyle/>
        <a:p>
          <a:endParaRPr lang="en-US"/>
        </a:p>
      </dgm:t>
    </dgm:pt>
    <dgm:pt modelId="{9483EB22-A7F5-4A46-B2BB-7355BAE18B1F}" type="sibTrans" cxnId="{16819A92-A4A3-CA4E-BD8A-90A501C2C734}">
      <dgm:prSet/>
      <dgm:spPr/>
      <dgm:t>
        <a:bodyPr/>
        <a:lstStyle/>
        <a:p>
          <a:endParaRPr lang="en-US"/>
        </a:p>
      </dgm:t>
    </dgm:pt>
    <dgm:pt modelId="{3F9FB520-FE7C-BB4B-9D60-E72826A74686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pPr>
            <a:defRPr b="1"/>
          </a:pPr>
          <a:r>
            <a:rPr lang="en-US"/>
            <a:t>2023</a:t>
          </a:r>
        </a:p>
      </dgm:t>
    </dgm:pt>
    <dgm:pt modelId="{1B279AA3-CA7D-6841-B77C-87EA6F8F80C8}" type="parTrans" cxnId="{B2C64B70-4F3F-5C44-B33B-333B2C7E340D}">
      <dgm:prSet/>
      <dgm:spPr/>
      <dgm:t>
        <a:bodyPr/>
        <a:lstStyle/>
        <a:p>
          <a:endParaRPr lang="en-US"/>
        </a:p>
      </dgm:t>
    </dgm:pt>
    <dgm:pt modelId="{7F85BA07-06C8-0948-88B8-5EC7003CC6DB}" type="sibTrans" cxnId="{B2C64B70-4F3F-5C44-B33B-333B2C7E340D}">
      <dgm:prSet/>
      <dgm:spPr/>
      <dgm:t>
        <a:bodyPr/>
        <a:lstStyle/>
        <a:p>
          <a:endParaRPr lang="en-US"/>
        </a:p>
      </dgm:t>
    </dgm:pt>
    <dgm:pt modelId="{C8A125CA-9212-A240-91E8-460BF3AE0D64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Pascal Mittermaier named as Board Chair</a:t>
          </a:r>
        </a:p>
      </dgm:t>
    </dgm:pt>
    <dgm:pt modelId="{0855A401-5FA0-A649-B781-49B3CDB2CB21}" type="parTrans" cxnId="{1EC5B6F6-25FD-6E4F-9C59-8D25512FA67E}">
      <dgm:prSet/>
      <dgm:spPr/>
      <dgm:t>
        <a:bodyPr/>
        <a:lstStyle/>
        <a:p>
          <a:endParaRPr lang="en-US"/>
        </a:p>
      </dgm:t>
    </dgm:pt>
    <dgm:pt modelId="{A721144E-D9F0-4745-A8BD-38064C2CD596}" type="sibTrans" cxnId="{1EC5B6F6-25FD-6E4F-9C59-8D25512FA67E}">
      <dgm:prSet/>
      <dgm:spPr/>
      <dgm:t>
        <a:bodyPr/>
        <a:lstStyle/>
        <a:p>
          <a:endParaRPr lang="en-US"/>
        </a:p>
      </dgm:t>
    </dgm:pt>
    <dgm:pt modelId="{58010ADC-8762-F14A-83B2-2E08E8804709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pPr>
            <a:defRPr b="1"/>
          </a:pPr>
          <a:r>
            <a:rPr lang="en-US" dirty="0"/>
            <a:t>2025</a:t>
          </a:r>
        </a:p>
      </dgm:t>
    </dgm:pt>
    <dgm:pt modelId="{9866ADAD-6657-794E-8144-A55F6BA13D4B}" type="parTrans" cxnId="{D114C24C-5C4D-E445-A551-33381430E595}">
      <dgm:prSet/>
      <dgm:spPr/>
      <dgm:t>
        <a:bodyPr/>
        <a:lstStyle/>
        <a:p>
          <a:endParaRPr lang="en-US"/>
        </a:p>
      </dgm:t>
    </dgm:pt>
    <dgm:pt modelId="{DFCA6B10-ADAB-A542-B502-F3F859378AE8}" type="sibTrans" cxnId="{D114C24C-5C4D-E445-A551-33381430E595}">
      <dgm:prSet/>
      <dgm:spPr/>
      <dgm:t>
        <a:bodyPr/>
        <a:lstStyle/>
        <a:p>
          <a:endParaRPr lang="en-US"/>
        </a:p>
      </dgm:t>
    </dgm:pt>
    <dgm:pt modelId="{94CB696B-CC93-4044-899F-7203E1E853E8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Successful completion of Nature Sacred's strategic plan</a:t>
          </a:r>
        </a:p>
      </dgm:t>
    </dgm:pt>
    <dgm:pt modelId="{872324D1-3395-D647-9B4F-32093DC22B3F}" type="parTrans" cxnId="{983A2BF6-4BFA-1A4A-85C2-D4231EA894F0}">
      <dgm:prSet/>
      <dgm:spPr/>
      <dgm:t>
        <a:bodyPr/>
        <a:lstStyle/>
        <a:p>
          <a:endParaRPr lang="en-US"/>
        </a:p>
      </dgm:t>
    </dgm:pt>
    <dgm:pt modelId="{D07F54D2-1479-7A41-97B3-8E0531CBF252}" type="sibTrans" cxnId="{983A2BF6-4BFA-1A4A-85C2-D4231EA894F0}">
      <dgm:prSet/>
      <dgm:spPr/>
      <dgm:t>
        <a:bodyPr/>
        <a:lstStyle/>
        <a:p>
          <a:endParaRPr lang="en-US"/>
        </a:p>
      </dgm:t>
    </dgm:pt>
    <dgm:pt modelId="{15A9EEA3-2350-9E4F-9DC5-56F5CDAD43DA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Launched Nature Sacred National Awards Program</a:t>
          </a:r>
        </a:p>
      </dgm:t>
    </dgm:pt>
    <dgm:pt modelId="{EE0984A2-B1BB-9C44-9EED-DC16767C7913}" type="parTrans" cxnId="{92DFAECB-5675-5443-8762-D44CCD385453}">
      <dgm:prSet/>
      <dgm:spPr/>
      <dgm:t>
        <a:bodyPr/>
        <a:lstStyle/>
        <a:p>
          <a:endParaRPr lang="en-US"/>
        </a:p>
      </dgm:t>
    </dgm:pt>
    <dgm:pt modelId="{C46BC6B1-6D03-1A41-854F-1E2B5A50DB87}" type="sibTrans" cxnId="{92DFAECB-5675-5443-8762-D44CCD385453}">
      <dgm:prSet/>
      <dgm:spPr/>
      <dgm:t>
        <a:bodyPr/>
        <a:lstStyle/>
        <a:p>
          <a:endParaRPr lang="en-US"/>
        </a:p>
      </dgm:t>
    </dgm:pt>
    <dgm:pt modelId="{A67E33C3-6CE9-604A-BAF1-F1003FFBAB0E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First Sacred Place Grand Opening: Inspiration Point at the Chesapeake Bay Foundation HQ, Annapolis, MD</a:t>
          </a:r>
        </a:p>
      </dgm:t>
    </dgm:pt>
    <dgm:pt modelId="{D527B2F7-FD34-E64F-986E-E99CD296674B}" type="parTrans" cxnId="{51C08C2D-DE84-2B48-982A-6C3985581DEF}">
      <dgm:prSet/>
      <dgm:spPr/>
      <dgm:t>
        <a:bodyPr/>
        <a:lstStyle/>
        <a:p>
          <a:endParaRPr lang="en-US"/>
        </a:p>
      </dgm:t>
    </dgm:pt>
    <dgm:pt modelId="{50712565-5356-EE4B-AF58-5072E3AC5194}" type="sibTrans" cxnId="{51C08C2D-DE84-2B48-982A-6C3985581DEF}">
      <dgm:prSet/>
      <dgm:spPr/>
      <dgm:t>
        <a:bodyPr/>
        <a:lstStyle/>
        <a:p>
          <a:endParaRPr lang="en-US"/>
        </a:p>
      </dgm:t>
    </dgm:pt>
    <dgm:pt modelId="{F8C73E90-2CF3-C14C-8137-4797B3EF0039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Sacred Place Opened at Mount Street Gardens (London, UK), the place that inspired the Co-Founders, in honor 30 years of impact</a:t>
          </a:r>
        </a:p>
      </dgm:t>
    </dgm:pt>
    <dgm:pt modelId="{21EF1E31-3122-A34B-8EE2-7252EC15065F}" type="parTrans" cxnId="{85404C85-485E-584F-BBF7-FC9A5DD5D60E}">
      <dgm:prSet/>
      <dgm:spPr/>
      <dgm:t>
        <a:bodyPr/>
        <a:lstStyle/>
        <a:p>
          <a:endParaRPr lang="en-US"/>
        </a:p>
      </dgm:t>
    </dgm:pt>
    <dgm:pt modelId="{6D35F920-2B71-DA41-B01B-2310F5EFDE0B}" type="sibTrans" cxnId="{85404C85-485E-584F-BBF7-FC9A5DD5D60E}">
      <dgm:prSet/>
      <dgm:spPr/>
      <dgm:t>
        <a:bodyPr/>
        <a:lstStyle/>
        <a:p>
          <a:endParaRPr lang="en-US"/>
        </a:p>
      </dgm:t>
    </dgm:pt>
    <dgm:pt modelId="{6272F2F4-F27A-2A4B-8C71-EA5312C01B83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Formed an Independent Board</a:t>
          </a:r>
        </a:p>
      </dgm:t>
    </dgm:pt>
    <dgm:pt modelId="{59AF7B2A-D178-4F49-BE9F-AF7F70C06D43}" type="parTrans" cxnId="{F2EF479B-7A33-2848-920D-E2913071EDB6}">
      <dgm:prSet/>
      <dgm:spPr/>
      <dgm:t>
        <a:bodyPr/>
        <a:lstStyle/>
        <a:p>
          <a:endParaRPr lang="en-US"/>
        </a:p>
      </dgm:t>
    </dgm:pt>
    <dgm:pt modelId="{B5217F4A-2573-A246-BD52-552781D97202}" type="sibTrans" cxnId="{F2EF479B-7A33-2848-920D-E2913071EDB6}">
      <dgm:prSet/>
      <dgm:spPr/>
      <dgm:t>
        <a:bodyPr/>
        <a:lstStyle/>
        <a:p>
          <a:endParaRPr lang="en-US"/>
        </a:p>
      </dgm:t>
    </dgm:pt>
    <dgm:pt modelId="{F785A0AC-764C-914B-92D4-C65E015B62E6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Launched first strategic plan as an operating foundation</a:t>
          </a:r>
        </a:p>
      </dgm:t>
    </dgm:pt>
    <dgm:pt modelId="{8815A942-DDDF-1446-BF0D-CEA3019072B4}" type="parTrans" cxnId="{53C331BA-8E64-064C-9C1A-8EE8AEA1E2FB}">
      <dgm:prSet/>
      <dgm:spPr/>
      <dgm:t>
        <a:bodyPr/>
        <a:lstStyle/>
        <a:p>
          <a:endParaRPr lang="en-US"/>
        </a:p>
      </dgm:t>
    </dgm:pt>
    <dgm:pt modelId="{AD9A084E-9936-6240-804C-3FCF0F86D6AF}" type="sibTrans" cxnId="{53C331BA-8E64-064C-9C1A-8EE8AEA1E2FB}">
      <dgm:prSet/>
      <dgm:spPr/>
      <dgm:t>
        <a:bodyPr/>
        <a:lstStyle/>
        <a:p>
          <a:endParaRPr lang="en-US"/>
        </a:p>
      </dgm:t>
    </dgm:pt>
    <dgm:pt modelId="{0374F587-C01D-FC46-80D3-DE4807518518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200 Sacred Places open or in development</a:t>
          </a:r>
        </a:p>
      </dgm:t>
    </dgm:pt>
    <dgm:pt modelId="{75125C10-2780-934E-A1CE-92A165252445}" type="parTrans" cxnId="{E1565555-EA3C-4544-B805-755676FF12A2}">
      <dgm:prSet/>
      <dgm:spPr/>
      <dgm:t>
        <a:bodyPr/>
        <a:lstStyle/>
        <a:p>
          <a:endParaRPr lang="en-US"/>
        </a:p>
      </dgm:t>
    </dgm:pt>
    <dgm:pt modelId="{9381528D-A56F-5C4F-B3DB-0BA0C8819A31}" type="sibTrans" cxnId="{E1565555-EA3C-4544-B805-755676FF12A2}">
      <dgm:prSet/>
      <dgm:spPr/>
      <dgm:t>
        <a:bodyPr/>
        <a:lstStyle/>
        <a:p>
          <a:endParaRPr lang="en-US"/>
        </a:p>
      </dgm:t>
    </dgm:pt>
    <dgm:pt modelId="{4CA85852-4148-C048-808E-C1FABDABC56F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pPr>
            <a:defRPr b="1"/>
          </a:pPr>
          <a:r>
            <a:rPr lang="en-US" dirty="0"/>
            <a:t>2026</a:t>
          </a:r>
        </a:p>
      </dgm:t>
    </dgm:pt>
    <dgm:pt modelId="{8EDD5062-A5A6-1744-98F4-B911D214D291}" type="parTrans" cxnId="{059043A7-3F67-1342-9325-2B17A9694ABA}">
      <dgm:prSet/>
      <dgm:spPr/>
      <dgm:t>
        <a:bodyPr/>
        <a:lstStyle/>
        <a:p>
          <a:endParaRPr lang="en-US"/>
        </a:p>
      </dgm:t>
    </dgm:pt>
    <dgm:pt modelId="{9E73FE00-DEA3-3446-994A-AFB1342A3F0F}" type="sibTrans" cxnId="{059043A7-3F67-1342-9325-2B17A9694ABA}">
      <dgm:prSet/>
      <dgm:spPr/>
      <dgm:t>
        <a:bodyPr/>
        <a:lstStyle/>
        <a:p>
          <a:endParaRPr lang="en-US"/>
        </a:p>
      </dgm:t>
    </dgm:pt>
    <dgm:pt modelId="{585D2492-BD45-F54D-A5D1-957C60399386}">
      <dgm:prSet phldrT="Write a description of the significance of this event">
        <dgm:extLst>
          <a:ext uri="{C7F2D5A4-9E3B-4C8F-A7D2-1F8E9B6C4A30}">
            <msodIdLoc:phldrLoc xmlns:msodIdLoc="http://schemas.microsoft.com/office/drawing/2026/04/diagram/placeholderloc" id="msoidsIgxTimelineEventDescription"/>
          </a:ext>
        </dgm:extLst>
      </dgm:prSet>
      <dgm:spPr/>
      <dgm:t>
        <a:bodyPr/>
        <a:lstStyle/>
        <a:p>
          <a:r>
            <a:rPr lang="en-US" dirty="0"/>
            <a:t>Launched Finding A Better Way: Accelerating Belonging Through Nature strategic plan</a:t>
          </a:r>
        </a:p>
      </dgm:t>
    </dgm:pt>
    <dgm:pt modelId="{D9C70221-141B-F742-A8E4-6FF9F794E470}" type="parTrans" cxnId="{E22E01C4-D643-8444-A997-EF6B25FDEC68}">
      <dgm:prSet/>
      <dgm:spPr/>
      <dgm:t>
        <a:bodyPr/>
        <a:lstStyle/>
        <a:p>
          <a:endParaRPr lang="en-US"/>
        </a:p>
      </dgm:t>
    </dgm:pt>
    <dgm:pt modelId="{F53C4605-FAA9-044B-A610-9A31A749C226}" type="sibTrans" cxnId="{E22E01C4-D643-8444-A997-EF6B25FDEC68}">
      <dgm:prSet/>
      <dgm:spPr/>
      <dgm:t>
        <a:bodyPr/>
        <a:lstStyle/>
        <a:p>
          <a:endParaRPr lang="en-US"/>
        </a:p>
      </dgm:t>
    </dgm:pt>
    <dgm:pt modelId="{6E056F54-D9E1-1B40-852F-5ED35D70A089}" type="pres">
      <dgm:prSet presAssocID="{02F6602E-C167-C04E-98BA-7D1CB68C0E0D}" presName="root" presStyleCnt="0">
        <dgm:presLayoutVars>
          <dgm:dir/>
          <dgm:animLvl val="lvl"/>
        </dgm:presLayoutVars>
      </dgm:prSet>
      <dgm:spPr/>
    </dgm:pt>
    <dgm:pt modelId="{B9034FF0-9CE8-B04E-AE58-FA218E42E67C}" type="pres">
      <dgm:prSet presAssocID="{02F6602E-C167-C04E-98BA-7D1CB68C0E0D}" presName="divider" presStyleCnt="0"/>
      <dgm:spPr/>
    </dgm:pt>
    <dgm:pt modelId="{F78CDB0C-FCBA-2645-9F65-0487E21187D7}" type="pres">
      <dgm:prSet presAssocID="{02F6602E-C167-C04E-98BA-7D1CB68C0E0D}" presName="rectBar" presStyleLbl="dkBgShp" presStyleIdx="0" presStyleCnt="12"/>
      <dgm:spPr>
        <a:gradFill rotWithShape="0">
          <a:gsLst>
            <a:gs pos="0">
              <a:schemeClr val="accent6"/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754E238-84E2-E540-8957-9191AD9924C3}" type="pres">
      <dgm:prSet presAssocID="{02F6602E-C167-C04E-98BA-7D1CB68C0E0D}" presName="chevronArrow" presStyleLbl="dkBgShp" presStyleIdx="1" presStyleCnt="12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AB26F22-DCCB-104A-B1E9-7FF7945A7236}" type="pres">
      <dgm:prSet presAssocID="{02F6602E-C167-C04E-98BA-7D1CB68C0E0D}" presName="nodes" presStyleCnt="0">
        <dgm:presLayoutVars>
          <dgm:chMax/>
          <dgm:chPref/>
          <dgm:animLvl val="lvl"/>
        </dgm:presLayoutVars>
      </dgm:prSet>
      <dgm:spPr/>
    </dgm:pt>
    <dgm:pt modelId="{447210E8-45EB-B340-9C3E-086040EECD12}" type="pres">
      <dgm:prSet presAssocID="{D857ADD3-653D-D741-B454-2C2BD47E8F63}" presName="composite" presStyleCnt="0"/>
      <dgm:spPr/>
    </dgm:pt>
    <dgm:pt modelId="{FE46F4DB-3000-8645-A438-A14F0FF646AF}" type="pres">
      <dgm:prSet presAssocID="{D857ADD3-653D-D741-B454-2C2BD47E8F63}" presName="DropPinPlaceHolder" presStyleCnt="0"/>
      <dgm:spPr/>
    </dgm:pt>
    <dgm:pt modelId="{0B12AA42-D569-0547-9556-9EAB5C3B7EA4}" type="pres">
      <dgm:prSet presAssocID="{D857ADD3-653D-D741-B454-2C2BD47E8F63}" presName="DropPin" presStyleLbl="alignNode1" presStyleIdx="0" presStyleCnt="10"/>
      <dgm:spPr/>
    </dgm:pt>
    <dgm:pt modelId="{FB450F34-0700-344C-8655-27168D8EACC2}" type="pres">
      <dgm:prSet presAssocID="{D857ADD3-653D-D741-B454-2C2BD47E8F63}" presName="Ellipse" presStyleLbl="fgAcc1" presStyleIdx="0" presStyleCnt="10"/>
      <dgm:spPr/>
    </dgm:pt>
    <dgm:pt modelId="{E65D1371-E5B9-6447-A7B9-09C0D22498AC}" type="pres">
      <dgm:prSet presAssocID="{D857ADD3-653D-D741-B454-2C2BD47E8F63}" presName="L2TextContainer" presStyleLbl="revTx" presStyleIdx="0" presStyleCnt="20">
        <dgm:presLayoutVars>
          <dgm:bulletEnabled val="1"/>
        </dgm:presLayoutVars>
      </dgm:prSet>
      <dgm:spPr/>
    </dgm:pt>
    <dgm:pt modelId="{F18E6209-E8BC-8143-B095-AD1F02B6524E}" type="pres">
      <dgm:prSet presAssocID="{D857ADD3-653D-D741-B454-2C2BD47E8F63}" presName="L1TextContainer" presStyleLbl="revTx" presStyleIdx="1" presStyleCnt="20">
        <dgm:presLayoutVars>
          <dgm:chMax val="1"/>
          <dgm:chPref val="1"/>
          <dgm:bulletEnabled val="1"/>
        </dgm:presLayoutVars>
      </dgm:prSet>
      <dgm:spPr/>
    </dgm:pt>
    <dgm:pt modelId="{A4D07DAB-66D6-4245-BA6C-98703E185646}" type="pres">
      <dgm:prSet presAssocID="{D857ADD3-653D-D741-B454-2C2BD47E8F63}" presName="ConnectLine" presStyleLbl="dkBgShp" presStyleIdx="2" presStyleCnt="12"/>
      <dgm:spPr/>
    </dgm:pt>
    <dgm:pt modelId="{3526CFE3-EDEC-354A-BF5F-BA7CE9DFDC49}" type="pres">
      <dgm:prSet presAssocID="{D857ADD3-653D-D741-B454-2C2BD47E8F63}" presName="ConnectorPoint" presStyleCnt="0"/>
      <dgm:spPr/>
    </dgm:pt>
    <dgm:pt modelId="{496AB443-E65D-2A41-8DCC-C0FE444BDCBF}" type="pres">
      <dgm:prSet presAssocID="{D857ADD3-653D-D741-B454-2C2BD47E8F63}" presName="Bullet" presStyleLbl="lnNode1" presStyleIdx="0" presStyleCnt="10"/>
      <dgm:spPr>
        <a:solidFill>
          <a:schemeClr val="accent6"/>
        </a:solidFill>
      </dgm:spPr>
    </dgm:pt>
    <dgm:pt modelId="{A422A838-98F3-5747-A3FA-55A015F51AC2}" type="pres">
      <dgm:prSet presAssocID="{D857ADD3-653D-D741-B454-2C2BD47E8F63}" presName="EmptyPlaceHolder" presStyleCnt="0"/>
      <dgm:spPr/>
    </dgm:pt>
    <dgm:pt modelId="{06E29E36-9C4F-BF4F-AD23-52D5DB491501}" type="pres">
      <dgm:prSet presAssocID="{CB78376C-F3C0-194A-A762-DE520780814E}" presName="spaceBetweenRectangles" presStyleCnt="0"/>
      <dgm:spPr/>
    </dgm:pt>
    <dgm:pt modelId="{A7A76C6B-60F6-5E48-B142-556D9971F2E1}" type="pres">
      <dgm:prSet presAssocID="{4B89DAA8-8835-CC43-8E6C-06BDEACCF512}" presName="composite" presStyleCnt="0"/>
      <dgm:spPr/>
    </dgm:pt>
    <dgm:pt modelId="{005D4A43-A8B5-844D-A2AC-880A33F18F50}" type="pres">
      <dgm:prSet presAssocID="{4B89DAA8-8835-CC43-8E6C-06BDEACCF512}" presName="DropPinPlaceHolder" presStyleCnt="0"/>
      <dgm:spPr/>
    </dgm:pt>
    <dgm:pt modelId="{F62B1E75-DE7A-7142-B007-32995F8B3467}" type="pres">
      <dgm:prSet presAssocID="{4B89DAA8-8835-CC43-8E6C-06BDEACCF512}" presName="DropPin" presStyleLbl="alignNode1" presStyleIdx="1" presStyleCnt="10"/>
      <dgm:spPr/>
    </dgm:pt>
    <dgm:pt modelId="{BA683B6F-AC61-904F-9C22-CF4D2922BBB3}" type="pres">
      <dgm:prSet presAssocID="{4B89DAA8-8835-CC43-8E6C-06BDEACCF512}" presName="Ellipse" presStyleLbl="fgAcc1" presStyleIdx="1" presStyleCnt="10"/>
      <dgm:spPr/>
    </dgm:pt>
    <dgm:pt modelId="{D43B0240-4DF5-5045-913D-22DDC9CA1900}" type="pres">
      <dgm:prSet presAssocID="{4B89DAA8-8835-CC43-8E6C-06BDEACCF512}" presName="L2TextContainer" presStyleLbl="revTx" presStyleIdx="2" presStyleCnt="20">
        <dgm:presLayoutVars>
          <dgm:bulletEnabled val="1"/>
        </dgm:presLayoutVars>
      </dgm:prSet>
      <dgm:spPr/>
    </dgm:pt>
    <dgm:pt modelId="{3B3C3E1C-71CE-CD42-BDB9-0C4E6C7A2FC1}" type="pres">
      <dgm:prSet presAssocID="{4B89DAA8-8835-CC43-8E6C-06BDEACCF512}" presName="L1TextContainer" presStyleLbl="revTx" presStyleIdx="3" presStyleCnt="20">
        <dgm:presLayoutVars>
          <dgm:chMax val="1"/>
          <dgm:chPref val="1"/>
          <dgm:bulletEnabled val="1"/>
        </dgm:presLayoutVars>
      </dgm:prSet>
      <dgm:spPr/>
    </dgm:pt>
    <dgm:pt modelId="{CBBB92B6-C940-A344-9867-EC8D82934AD6}" type="pres">
      <dgm:prSet presAssocID="{4B89DAA8-8835-CC43-8E6C-06BDEACCF512}" presName="ConnectLine" presStyleLbl="dkBgShp" presStyleIdx="3" presStyleCnt="12"/>
      <dgm:spPr/>
    </dgm:pt>
    <dgm:pt modelId="{D85C1404-C8C9-F646-B4D5-1A517EBAAB63}" type="pres">
      <dgm:prSet presAssocID="{4B89DAA8-8835-CC43-8E6C-06BDEACCF512}" presName="ConnectorPoint" presStyleCnt="0"/>
      <dgm:spPr/>
    </dgm:pt>
    <dgm:pt modelId="{16C67C7A-ABDD-5047-8830-ABB995DC82C1}" type="pres">
      <dgm:prSet presAssocID="{4B89DAA8-8835-CC43-8E6C-06BDEACCF512}" presName="Bullet" presStyleLbl="lnNode1" presStyleIdx="1" presStyleCnt="10"/>
      <dgm:spPr>
        <a:solidFill>
          <a:schemeClr val="accent6"/>
        </a:solidFill>
      </dgm:spPr>
    </dgm:pt>
    <dgm:pt modelId="{E54E4364-3FC9-5A4D-AB4B-BEEC007C7228}" type="pres">
      <dgm:prSet presAssocID="{4B89DAA8-8835-CC43-8E6C-06BDEACCF512}" presName="EmptyPlaceHolder" presStyleCnt="0"/>
      <dgm:spPr/>
    </dgm:pt>
    <dgm:pt modelId="{756EDEE5-112D-E642-ACD0-BEB070F175C3}" type="pres">
      <dgm:prSet presAssocID="{A5B3936F-B156-EB44-860A-7078A5CFCD04}" presName="spaceBetweenRectangles" presStyleCnt="0"/>
      <dgm:spPr/>
    </dgm:pt>
    <dgm:pt modelId="{B328FABC-A454-DA4B-B207-E460210260CF}" type="pres">
      <dgm:prSet presAssocID="{E33B1DC1-2C69-A747-96F4-C417AB021E41}" presName="composite" presStyleCnt="0"/>
      <dgm:spPr/>
    </dgm:pt>
    <dgm:pt modelId="{56A7BBE3-889A-FE45-8F05-0E95E34BB119}" type="pres">
      <dgm:prSet presAssocID="{E33B1DC1-2C69-A747-96F4-C417AB021E41}" presName="DropPinPlaceHolder" presStyleCnt="0"/>
      <dgm:spPr/>
    </dgm:pt>
    <dgm:pt modelId="{455D7BC2-9298-3341-8E9B-D4CB99B7C8EF}" type="pres">
      <dgm:prSet presAssocID="{E33B1DC1-2C69-A747-96F4-C417AB021E41}" presName="DropPin" presStyleLbl="alignNode1" presStyleIdx="2" presStyleCnt="10"/>
      <dgm:spPr/>
    </dgm:pt>
    <dgm:pt modelId="{89CCE020-D793-1545-B136-FFE5FAAF7434}" type="pres">
      <dgm:prSet presAssocID="{E33B1DC1-2C69-A747-96F4-C417AB021E41}" presName="Ellipse" presStyleLbl="fgAcc1" presStyleIdx="2" presStyleCnt="10"/>
      <dgm:spPr/>
    </dgm:pt>
    <dgm:pt modelId="{84BD45B3-BEF0-B34B-8650-635CB07EF430}" type="pres">
      <dgm:prSet presAssocID="{E33B1DC1-2C69-A747-96F4-C417AB021E41}" presName="L2TextContainer" presStyleLbl="revTx" presStyleIdx="4" presStyleCnt="20">
        <dgm:presLayoutVars>
          <dgm:bulletEnabled val="1"/>
        </dgm:presLayoutVars>
      </dgm:prSet>
      <dgm:spPr/>
    </dgm:pt>
    <dgm:pt modelId="{03DF84EB-DF66-A64C-A0E8-CA8A73CEE4D9}" type="pres">
      <dgm:prSet presAssocID="{E33B1DC1-2C69-A747-96F4-C417AB021E41}" presName="L1TextContainer" presStyleLbl="revTx" presStyleIdx="5" presStyleCnt="20">
        <dgm:presLayoutVars>
          <dgm:chMax val="1"/>
          <dgm:chPref val="1"/>
          <dgm:bulletEnabled val="1"/>
        </dgm:presLayoutVars>
      </dgm:prSet>
      <dgm:spPr/>
    </dgm:pt>
    <dgm:pt modelId="{600DD0EF-2C8A-4D41-B063-DFEEBD23F4B7}" type="pres">
      <dgm:prSet presAssocID="{E33B1DC1-2C69-A747-96F4-C417AB021E41}" presName="ConnectLine" presStyleLbl="dkBgShp" presStyleIdx="4" presStyleCnt="12"/>
      <dgm:spPr/>
    </dgm:pt>
    <dgm:pt modelId="{E2008969-5D79-E245-ADC4-CE87569FC606}" type="pres">
      <dgm:prSet presAssocID="{E33B1DC1-2C69-A747-96F4-C417AB021E41}" presName="ConnectorPoint" presStyleCnt="0"/>
      <dgm:spPr/>
    </dgm:pt>
    <dgm:pt modelId="{76DBA577-F415-A748-96DE-4EC8375FEA4A}" type="pres">
      <dgm:prSet presAssocID="{E33B1DC1-2C69-A747-96F4-C417AB021E41}" presName="Bullet" presStyleLbl="lnNode1" presStyleIdx="2" presStyleCnt="10"/>
      <dgm:spPr>
        <a:solidFill>
          <a:schemeClr val="accent6"/>
        </a:solidFill>
      </dgm:spPr>
    </dgm:pt>
    <dgm:pt modelId="{941E06DE-690C-2F49-ADD8-CB5EBFC68C04}" type="pres">
      <dgm:prSet presAssocID="{E33B1DC1-2C69-A747-96F4-C417AB021E41}" presName="EmptyPlaceHolder" presStyleCnt="0"/>
      <dgm:spPr/>
    </dgm:pt>
    <dgm:pt modelId="{9F28BC82-1C22-DD43-8058-827FD59B0D68}" type="pres">
      <dgm:prSet presAssocID="{8962E7A1-F12B-0840-822D-3856754CC1DD}" presName="spaceBetweenRectangles" presStyleCnt="0"/>
      <dgm:spPr/>
    </dgm:pt>
    <dgm:pt modelId="{B8D1E5E6-8029-6C49-B846-4E2C04267085}" type="pres">
      <dgm:prSet presAssocID="{2FAF084B-BBB3-1D4D-8EA1-638774405F77}" presName="composite" presStyleCnt="0"/>
      <dgm:spPr/>
    </dgm:pt>
    <dgm:pt modelId="{633221CB-DBC8-7B4D-9182-D5CA4159DB30}" type="pres">
      <dgm:prSet presAssocID="{2FAF084B-BBB3-1D4D-8EA1-638774405F77}" presName="DropPinPlaceHolder" presStyleCnt="0"/>
      <dgm:spPr/>
    </dgm:pt>
    <dgm:pt modelId="{81B968A0-1533-3A42-9DD3-C8941FD9A88E}" type="pres">
      <dgm:prSet presAssocID="{2FAF084B-BBB3-1D4D-8EA1-638774405F77}" presName="DropPin" presStyleLbl="alignNode1" presStyleIdx="3" presStyleCnt="10"/>
      <dgm:spPr/>
    </dgm:pt>
    <dgm:pt modelId="{BC672CA7-F8DB-E14F-8E1E-3434422EEE6E}" type="pres">
      <dgm:prSet presAssocID="{2FAF084B-BBB3-1D4D-8EA1-638774405F77}" presName="Ellipse" presStyleLbl="fgAcc1" presStyleIdx="3" presStyleCnt="10"/>
      <dgm:spPr/>
    </dgm:pt>
    <dgm:pt modelId="{566BFDB1-3D95-1440-9DA2-1D83EA09BB6A}" type="pres">
      <dgm:prSet presAssocID="{2FAF084B-BBB3-1D4D-8EA1-638774405F77}" presName="L2TextContainer" presStyleLbl="revTx" presStyleIdx="6" presStyleCnt="20">
        <dgm:presLayoutVars>
          <dgm:bulletEnabled val="1"/>
        </dgm:presLayoutVars>
      </dgm:prSet>
      <dgm:spPr/>
    </dgm:pt>
    <dgm:pt modelId="{7D2DB48C-AD98-CC45-A989-E29498BFC0F9}" type="pres">
      <dgm:prSet presAssocID="{2FAF084B-BBB3-1D4D-8EA1-638774405F77}" presName="L1TextContainer" presStyleLbl="revTx" presStyleIdx="7" presStyleCnt="20">
        <dgm:presLayoutVars>
          <dgm:chMax val="1"/>
          <dgm:chPref val="1"/>
          <dgm:bulletEnabled val="1"/>
        </dgm:presLayoutVars>
      </dgm:prSet>
      <dgm:spPr/>
    </dgm:pt>
    <dgm:pt modelId="{93A59F36-A77A-1645-9D87-37D89AA6C6C9}" type="pres">
      <dgm:prSet presAssocID="{2FAF084B-BBB3-1D4D-8EA1-638774405F77}" presName="ConnectLine" presStyleLbl="dkBgShp" presStyleIdx="5" presStyleCnt="12"/>
      <dgm:spPr/>
    </dgm:pt>
    <dgm:pt modelId="{68FB660E-5755-5C4C-8168-37980514E9CC}" type="pres">
      <dgm:prSet presAssocID="{2FAF084B-BBB3-1D4D-8EA1-638774405F77}" presName="ConnectorPoint" presStyleCnt="0"/>
      <dgm:spPr/>
    </dgm:pt>
    <dgm:pt modelId="{E78E8A56-66E8-3842-AEFE-300587EBBFF0}" type="pres">
      <dgm:prSet presAssocID="{2FAF084B-BBB3-1D4D-8EA1-638774405F77}" presName="Bullet" presStyleLbl="lnNode1" presStyleIdx="3" presStyleCnt="10"/>
      <dgm:spPr>
        <a:solidFill>
          <a:schemeClr val="accent6"/>
        </a:solidFill>
      </dgm:spPr>
    </dgm:pt>
    <dgm:pt modelId="{B4609DFF-54CD-0649-8885-A426FEC0BAF0}" type="pres">
      <dgm:prSet presAssocID="{2FAF084B-BBB3-1D4D-8EA1-638774405F77}" presName="EmptyPlaceHolder" presStyleCnt="0"/>
      <dgm:spPr/>
    </dgm:pt>
    <dgm:pt modelId="{E75FE612-E003-B849-B36E-1E3FCDEA93EF}" type="pres">
      <dgm:prSet presAssocID="{68342CF3-0DA6-2D49-83EC-AEA735290B9F}" presName="spaceBetweenRectangles" presStyleCnt="0"/>
      <dgm:spPr/>
    </dgm:pt>
    <dgm:pt modelId="{977F4710-D569-894F-BE2F-972B8B8F22C1}" type="pres">
      <dgm:prSet presAssocID="{FE9BA411-264B-D342-9AAB-21771C7EF648}" presName="composite" presStyleCnt="0"/>
      <dgm:spPr/>
    </dgm:pt>
    <dgm:pt modelId="{9139936D-9E0B-6544-9CFD-577C99A20C36}" type="pres">
      <dgm:prSet presAssocID="{FE9BA411-264B-D342-9AAB-21771C7EF648}" presName="DropPinPlaceHolder" presStyleCnt="0"/>
      <dgm:spPr/>
    </dgm:pt>
    <dgm:pt modelId="{4228DF71-DAF6-FC49-AF4E-BE8CF0919E54}" type="pres">
      <dgm:prSet presAssocID="{FE9BA411-264B-D342-9AAB-21771C7EF648}" presName="DropPin" presStyleLbl="alignNode1" presStyleIdx="4" presStyleCnt="10"/>
      <dgm:spPr/>
    </dgm:pt>
    <dgm:pt modelId="{D02FF1A9-9E35-9243-B56B-7CB473D7A814}" type="pres">
      <dgm:prSet presAssocID="{FE9BA411-264B-D342-9AAB-21771C7EF648}" presName="Ellipse" presStyleLbl="fgAcc1" presStyleIdx="4" presStyleCnt="10"/>
      <dgm:spPr/>
    </dgm:pt>
    <dgm:pt modelId="{302145E3-797A-8641-9CAA-B00AA4100EC5}" type="pres">
      <dgm:prSet presAssocID="{FE9BA411-264B-D342-9AAB-21771C7EF648}" presName="L2TextContainer" presStyleLbl="revTx" presStyleIdx="8" presStyleCnt="20">
        <dgm:presLayoutVars>
          <dgm:bulletEnabled val="1"/>
        </dgm:presLayoutVars>
      </dgm:prSet>
      <dgm:spPr/>
    </dgm:pt>
    <dgm:pt modelId="{322E269B-1A0F-5848-A012-CCAA0BDCDDAC}" type="pres">
      <dgm:prSet presAssocID="{FE9BA411-264B-D342-9AAB-21771C7EF648}" presName="L1TextContainer" presStyleLbl="revTx" presStyleIdx="9" presStyleCnt="20">
        <dgm:presLayoutVars>
          <dgm:chMax val="1"/>
          <dgm:chPref val="1"/>
          <dgm:bulletEnabled val="1"/>
        </dgm:presLayoutVars>
      </dgm:prSet>
      <dgm:spPr/>
    </dgm:pt>
    <dgm:pt modelId="{04E62124-E0B4-344B-A775-A6BD344E8321}" type="pres">
      <dgm:prSet presAssocID="{FE9BA411-264B-D342-9AAB-21771C7EF648}" presName="ConnectLine" presStyleLbl="dkBgShp" presStyleIdx="6" presStyleCnt="12"/>
      <dgm:spPr/>
    </dgm:pt>
    <dgm:pt modelId="{107C914A-4636-244E-8FF0-38F9817CE3E8}" type="pres">
      <dgm:prSet presAssocID="{FE9BA411-264B-D342-9AAB-21771C7EF648}" presName="ConnectorPoint" presStyleCnt="0"/>
      <dgm:spPr/>
    </dgm:pt>
    <dgm:pt modelId="{05026C54-F40D-E84C-A432-E6DEF53C6A1E}" type="pres">
      <dgm:prSet presAssocID="{FE9BA411-264B-D342-9AAB-21771C7EF648}" presName="Bullet" presStyleLbl="lnNode1" presStyleIdx="4" presStyleCnt="10"/>
      <dgm:spPr>
        <a:solidFill>
          <a:schemeClr val="accent6"/>
        </a:solidFill>
      </dgm:spPr>
    </dgm:pt>
    <dgm:pt modelId="{552FF88D-6555-7045-BC92-06852277D22C}" type="pres">
      <dgm:prSet presAssocID="{FE9BA411-264B-D342-9AAB-21771C7EF648}" presName="EmptyPlaceHolder" presStyleCnt="0"/>
      <dgm:spPr/>
    </dgm:pt>
    <dgm:pt modelId="{F176992F-DD32-ED42-B798-B87BE30B6608}" type="pres">
      <dgm:prSet presAssocID="{6E1DB1DF-453F-904C-869D-C815D5647E60}" presName="spaceBetweenRectangles" presStyleCnt="0"/>
      <dgm:spPr/>
    </dgm:pt>
    <dgm:pt modelId="{A6EDE4BD-33A6-FE41-8C67-89C7D7729BAA}" type="pres">
      <dgm:prSet presAssocID="{3879A657-31BB-8B44-A964-13D55433CAFD}" presName="composite" presStyleCnt="0"/>
      <dgm:spPr/>
    </dgm:pt>
    <dgm:pt modelId="{3C9BDF50-FCA6-384D-A708-1A00348DD352}" type="pres">
      <dgm:prSet presAssocID="{3879A657-31BB-8B44-A964-13D55433CAFD}" presName="DropPinPlaceHolder" presStyleCnt="0"/>
      <dgm:spPr/>
    </dgm:pt>
    <dgm:pt modelId="{929AEE50-7F9F-B34A-B932-22F8B821CE6F}" type="pres">
      <dgm:prSet presAssocID="{3879A657-31BB-8B44-A964-13D55433CAFD}" presName="DropPin" presStyleLbl="alignNode1" presStyleIdx="5" presStyleCnt="10"/>
      <dgm:spPr/>
    </dgm:pt>
    <dgm:pt modelId="{DAA4C453-508A-0747-99D9-23A5EAEB5BDE}" type="pres">
      <dgm:prSet presAssocID="{3879A657-31BB-8B44-A964-13D55433CAFD}" presName="Ellipse" presStyleLbl="fgAcc1" presStyleIdx="5" presStyleCnt="10"/>
      <dgm:spPr/>
    </dgm:pt>
    <dgm:pt modelId="{DC165D71-28D4-474F-8072-4FCAED6707C5}" type="pres">
      <dgm:prSet presAssocID="{3879A657-31BB-8B44-A964-13D55433CAFD}" presName="L2TextContainer" presStyleLbl="revTx" presStyleIdx="10" presStyleCnt="20">
        <dgm:presLayoutVars>
          <dgm:bulletEnabled val="1"/>
        </dgm:presLayoutVars>
      </dgm:prSet>
      <dgm:spPr/>
    </dgm:pt>
    <dgm:pt modelId="{807E39DA-17E9-CC42-AC64-812250A66575}" type="pres">
      <dgm:prSet presAssocID="{3879A657-31BB-8B44-A964-13D55433CAFD}" presName="L1TextContainer" presStyleLbl="revTx" presStyleIdx="11" presStyleCnt="20">
        <dgm:presLayoutVars>
          <dgm:chMax val="1"/>
          <dgm:chPref val="1"/>
          <dgm:bulletEnabled val="1"/>
        </dgm:presLayoutVars>
      </dgm:prSet>
      <dgm:spPr/>
    </dgm:pt>
    <dgm:pt modelId="{BAE1603A-9730-574E-B5AA-2BAA19C39CEF}" type="pres">
      <dgm:prSet presAssocID="{3879A657-31BB-8B44-A964-13D55433CAFD}" presName="ConnectLine" presStyleLbl="dkBgShp" presStyleIdx="7" presStyleCnt="12"/>
      <dgm:spPr/>
    </dgm:pt>
    <dgm:pt modelId="{1B814119-9950-E943-B0BB-56D4375837A4}" type="pres">
      <dgm:prSet presAssocID="{3879A657-31BB-8B44-A964-13D55433CAFD}" presName="ConnectorPoint" presStyleCnt="0"/>
      <dgm:spPr/>
    </dgm:pt>
    <dgm:pt modelId="{CFF72285-746B-E84E-89D3-856C18473418}" type="pres">
      <dgm:prSet presAssocID="{3879A657-31BB-8B44-A964-13D55433CAFD}" presName="Bullet" presStyleLbl="lnNode1" presStyleIdx="5" presStyleCnt="10"/>
      <dgm:spPr>
        <a:solidFill>
          <a:schemeClr val="accent6"/>
        </a:solidFill>
      </dgm:spPr>
    </dgm:pt>
    <dgm:pt modelId="{C06F45F1-12C8-0E4A-B67A-D1059B238C2F}" type="pres">
      <dgm:prSet presAssocID="{3879A657-31BB-8B44-A964-13D55433CAFD}" presName="EmptyPlaceHolder" presStyleCnt="0"/>
      <dgm:spPr/>
    </dgm:pt>
    <dgm:pt modelId="{DCEDD402-92E7-3E4C-BC02-474B85768AB7}" type="pres">
      <dgm:prSet presAssocID="{40CCE5CE-6B56-BA4A-B2AC-40831F790D42}" presName="spaceBetweenRectangles" presStyleCnt="0"/>
      <dgm:spPr/>
    </dgm:pt>
    <dgm:pt modelId="{478408FE-6A55-3C43-8DB7-BAF392161874}" type="pres">
      <dgm:prSet presAssocID="{E7777803-FBD0-6341-A100-1C936E606B22}" presName="composite" presStyleCnt="0"/>
      <dgm:spPr/>
    </dgm:pt>
    <dgm:pt modelId="{A5A225D3-9A2A-7643-8E50-8B80ABA256C0}" type="pres">
      <dgm:prSet presAssocID="{E7777803-FBD0-6341-A100-1C936E606B22}" presName="DropPinPlaceHolder" presStyleCnt="0"/>
      <dgm:spPr/>
    </dgm:pt>
    <dgm:pt modelId="{8485643F-DE19-E648-BCCE-A9A73027A520}" type="pres">
      <dgm:prSet presAssocID="{E7777803-FBD0-6341-A100-1C936E606B22}" presName="DropPin" presStyleLbl="alignNode1" presStyleIdx="6" presStyleCnt="10"/>
      <dgm:spPr/>
    </dgm:pt>
    <dgm:pt modelId="{87F7DDC7-2E62-CA4D-9DF8-FD75CEA74323}" type="pres">
      <dgm:prSet presAssocID="{E7777803-FBD0-6341-A100-1C936E606B22}" presName="Ellipse" presStyleLbl="fgAcc1" presStyleIdx="6" presStyleCnt="10"/>
      <dgm:spPr/>
    </dgm:pt>
    <dgm:pt modelId="{C6CC035B-EBA5-7F42-91F0-CF685B1E356F}" type="pres">
      <dgm:prSet presAssocID="{E7777803-FBD0-6341-A100-1C936E606B22}" presName="L2TextContainer" presStyleLbl="revTx" presStyleIdx="12" presStyleCnt="20">
        <dgm:presLayoutVars>
          <dgm:bulletEnabled val="1"/>
        </dgm:presLayoutVars>
      </dgm:prSet>
      <dgm:spPr/>
    </dgm:pt>
    <dgm:pt modelId="{E74C9CC0-12A2-B14E-AA3E-0FF90E9E2064}" type="pres">
      <dgm:prSet presAssocID="{E7777803-FBD0-6341-A100-1C936E606B22}" presName="L1TextContainer" presStyleLbl="revTx" presStyleIdx="13" presStyleCnt="20" custLinFactNeighborX="-6697" custLinFactNeighborY="-17055">
        <dgm:presLayoutVars>
          <dgm:chMax val="1"/>
          <dgm:chPref val="1"/>
          <dgm:bulletEnabled val="1"/>
        </dgm:presLayoutVars>
      </dgm:prSet>
      <dgm:spPr/>
    </dgm:pt>
    <dgm:pt modelId="{7E953B69-3858-2A42-AE01-FE82F3664D3A}" type="pres">
      <dgm:prSet presAssocID="{E7777803-FBD0-6341-A100-1C936E606B22}" presName="ConnectLine" presStyleLbl="dkBgShp" presStyleIdx="8" presStyleCnt="12"/>
      <dgm:spPr/>
    </dgm:pt>
    <dgm:pt modelId="{FD20CA53-4999-7D4F-8F05-6EF59D297833}" type="pres">
      <dgm:prSet presAssocID="{E7777803-FBD0-6341-A100-1C936E606B22}" presName="ConnectorPoint" presStyleCnt="0"/>
      <dgm:spPr/>
    </dgm:pt>
    <dgm:pt modelId="{C595EB8A-A6AF-A744-B0E9-E27614155CBE}" type="pres">
      <dgm:prSet presAssocID="{E7777803-FBD0-6341-A100-1C936E606B22}" presName="Bullet" presStyleLbl="lnNode1" presStyleIdx="6" presStyleCnt="10"/>
      <dgm:spPr>
        <a:solidFill>
          <a:schemeClr val="accent6"/>
        </a:solidFill>
      </dgm:spPr>
    </dgm:pt>
    <dgm:pt modelId="{CB51BB8C-2D85-4240-B525-A93C71DB6FD7}" type="pres">
      <dgm:prSet presAssocID="{E7777803-FBD0-6341-A100-1C936E606B22}" presName="EmptyPlaceHolder" presStyleCnt="0"/>
      <dgm:spPr/>
    </dgm:pt>
    <dgm:pt modelId="{D0296CC9-FA56-EA4B-87E1-C2F2FC3C4D32}" type="pres">
      <dgm:prSet presAssocID="{89B8C39F-2EA0-E147-BD8C-50E544FB38BE}" presName="spaceBetweenRectangles" presStyleCnt="0"/>
      <dgm:spPr/>
    </dgm:pt>
    <dgm:pt modelId="{12842C5C-D565-974C-9EE2-026D0012BC6D}" type="pres">
      <dgm:prSet presAssocID="{3F9FB520-FE7C-BB4B-9D60-E72826A74686}" presName="composite" presStyleCnt="0"/>
      <dgm:spPr/>
    </dgm:pt>
    <dgm:pt modelId="{CC110EE3-3A28-9E48-877B-AADEEA402AB0}" type="pres">
      <dgm:prSet presAssocID="{3F9FB520-FE7C-BB4B-9D60-E72826A74686}" presName="DropPinPlaceHolder" presStyleCnt="0"/>
      <dgm:spPr/>
    </dgm:pt>
    <dgm:pt modelId="{6DA8B5FA-B0B6-204B-99D4-3FBD1686748C}" type="pres">
      <dgm:prSet presAssocID="{3F9FB520-FE7C-BB4B-9D60-E72826A74686}" presName="DropPin" presStyleLbl="alignNode1" presStyleIdx="7" presStyleCnt="10"/>
      <dgm:spPr/>
    </dgm:pt>
    <dgm:pt modelId="{178FD5D1-94C5-4844-9281-BA6038848239}" type="pres">
      <dgm:prSet presAssocID="{3F9FB520-FE7C-BB4B-9D60-E72826A74686}" presName="Ellipse" presStyleLbl="fgAcc1" presStyleIdx="7" presStyleCnt="10"/>
      <dgm:spPr/>
    </dgm:pt>
    <dgm:pt modelId="{38CFB8AE-4C3C-3543-884E-BF43F2DCE78B}" type="pres">
      <dgm:prSet presAssocID="{3F9FB520-FE7C-BB4B-9D60-E72826A74686}" presName="L2TextContainer" presStyleLbl="revTx" presStyleIdx="14" presStyleCnt="20">
        <dgm:presLayoutVars>
          <dgm:bulletEnabled val="1"/>
        </dgm:presLayoutVars>
      </dgm:prSet>
      <dgm:spPr/>
    </dgm:pt>
    <dgm:pt modelId="{E8A96BF8-584B-2C44-B771-B1305BAA11C6}" type="pres">
      <dgm:prSet presAssocID="{3F9FB520-FE7C-BB4B-9D60-E72826A74686}" presName="L1TextContainer" presStyleLbl="revTx" presStyleIdx="15" presStyleCnt="20">
        <dgm:presLayoutVars>
          <dgm:chMax val="1"/>
          <dgm:chPref val="1"/>
          <dgm:bulletEnabled val="1"/>
        </dgm:presLayoutVars>
      </dgm:prSet>
      <dgm:spPr/>
    </dgm:pt>
    <dgm:pt modelId="{5A0C8CEB-52CE-C440-8E2A-5264C18A80E6}" type="pres">
      <dgm:prSet presAssocID="{3F9FB520-FE7C-BB4B-9D60-E72826A74686}" presName="ConnectLine" presStyleLbl="dkBgShp" presStyleIdx="9" presStyleCnt="12"/>
      <dgm:spPr/>
    </dgm:pt>
    <dgm:pt modelId="{08082392-D726-674E-AF17-9E76F8C548A5}" type="pres">
      <dgm:prSet presAssocID="{3F9FB520-FE7C-BB4B-9D60-E72826A74686}" presName="ConnectorPoint" presStyleCnt="0"/>
      <dgm:spPr/>
    </dgm:pt>
    <dgm:pt modelId="{72B900F2-EEDE-DD48-9E83-CF094D4B9387}" type="pres">
      <dgm:prSet presAssocID="{3F9FB520-FE7C-BB4B-9D60-E72826A74686}" presName="Bullet" presStyleLbl="lnNode1" presStyleIdx="7" presStyleCnt="10"/>
      <dgm:spPr>
        <a:solidFill>
          <a:schemeClr val="accent6"/>
        </a:solidFill>
      </dgm:spPr>
    </dgm:pt>
    <dgm:pt modelId="{E6995724-7652-2446-9A8E-034FF73A3A38}" type="pres">
      <dgm:prSet presAssocID="{3F9FB520-FE7C-BB4B-9D60-E72826A74686}" presName="EmptyPlaceHolder" presStyleCnt="0"/>
      <dgm:spPr/>
    </dgm:pt>
    <dgm:pt modelId="{7F247052-2855-7149-8244-10C421CF60C4}" type="pres">
      <dgm:prSet presAssocID="{7F85BA07-06C8-0948-88B8-5EC7003CC6DB}" presName="spaceBetweenRectangles" presStyleCnt="0"/>
      <dgm:spPr/>
    </dgm:pt>
    <dgm:pt modelId="{312CB662-1305-C042-B0CB-9AF95ED965B6}" type="pres">
      <dgm:prSet presAssocID="{58010ADC-8762-F14A-83B2-2E08E8804709}" presName="composite" presStyleCnt="0"/>
      <dgm:spPr/>
    </dgm:pt>
    <dgm:pt modelId="{4125EF80-DE1F-D741-AD8C-040C893288BF}" type="pres">
      <dgm:prSet presAssocID="{58010ADC-8762-F14A-83B2-2E08E8804709}" presName="DropPinPlaceHolder" presStyleCnt="0"/>
      <dgm:spPr/>
    </dgm:pt>
    <dgm:pt modelId="{57C9E7E8-E03E-BC4E-8910-A5A6B461C8EB}" type="pres">
      <dgm:prSet presAssocID="{58010ADC-8762-F14A-83B2-2E08E8804709}" presName="DropPin" presStyleLbl="alignNode1" presStyleIdx="8" presStyleCnt="10"/>
      <dgm:spPr/>
    </dgm:pt>
    <dgm:pt modelId="{BDEA0BC9-AB81-794A-AEBB-B52C5EFCA114}" type="pres">
      <dgm:prSet presAssocID="{58010ADC-8762-F14A-83B2-2E08E8804709}" presName="Ellipse" presStyleLbl="fgAcc1" presStyleIdx="8" presStyleCnt="10"/>
      <dgm:spPr/>
    </dgm:pt>
    <dgm:pt modelId="{B795C5D6-4DCD-DC45-8305-173F247A3E53}" type="pres">
      <dgm:prSet presAssocID="{58010ADC-8762-F14A-83B2-2E08E8804709}" presName="L2TextContainer" presStyleLbl="revTx" presStyleIdx="16" presStyleCnt="20">
        <dgm:presLayoutVars>
          <dgm:bulletEnabled val="1"/>
        </dgm:presLayoutVars>
      </dgm:prSet>
      <dgm:spPr/>
    </dgm:pt>
    <dgm:pt modelId="{3605547B-AD76-B949-AE75-2EB7B1D3A29B}" type="pres">
      <dgm:prSet presAssocID="{58010ADC-8762-F14A-83B2-2E08E8804709}" presName="L1TextContainer" presStyleLbl="revTx" presStyleIdx="17" presStyleCnt="20">
        <dgm:presLayoutVars>
          <dgm:chMax val="1"/>
          <dgm:chPref val="1"/>
          <dgm:bulletEnabled val="1"/>
        </dgm:presLayoutVars>
      </dgm:prSet>
      <dgm:spPr/>
    </dgm:pt>
    <dgm:pt modelId="{AC5AE390-6FD8-CF45-98FD-A6FE8DA70D4F}" type="pres">
      <dgm:prSet presAssocID="{58010ADC-8762-F14A-83B2-2E08E8804709}" presName="ConnectLine" presStyleLbl="dkBgShp" presStyleIdx="10" presStyleCnt="12"/>
      <dgm:spPr/>
    </dgm:pt>
    <dgm:pt modelId="{D85CE713-AC05-B348-8EE4-FA3614DB6E68}" type="pres">
      <dgm:prSet presAssocID="{58010ADC-8762-F14A-83B2-2E08E8804709}" presName="ConnectorPoint" presStyleCnt="0"/>
      <dgm:spPr/>
    </dgm:pt>
    <dgm:pt modelId="{DAFE5808-D9B7-D648-A2AC-6665C3814FE4}" type="pres">
      <dgm:prSet presAssocID="{58010ADC-8762-F14A-83B2-2E08E8804709}" presName="Bullet" presStyleLbl="lnNode1" presStyleIdx="8" presStyleCnt="10"/>
      <dgm:spPr>
        <a:solidFill>
          <a:schemeClr val="accent6"/>
        </a:solidFill>
      </dgm:spPr>
    </dgm:pt>
    <dgm:pt modelId="{9EC1D6BD-7E53-CB4A-8A83-7D2621C5C41D}" type="pres">
      <dgm:prSet presAssocID="{58010ADC-8762-F14A-83B2-2E08E8804709}" presName="EmptyPlaceHolder" presStyleCnt="0"/>
      <dgm:spPr/>
    </dgm:pt>
    <dgm:pt modelId="{A5671B64-8FA2-4949-9432-B6A5BAF1C1E2}" type="pres">
      <dgm:prSet presAssocID="{DFCA6B10-ADAB-A542-B502-F3F859378AE8}" presName="spaceBetweenRectangles" presStyleCnt="0"/>
      <dgm:spPr/>
    </dgm:pt>
    <dgm:pt modelId="{CADECB99-3BE6-5142-A992-2573B8C2EA06}" type="pres">
      <dgm:prSet presAssocID="{4CA85852-4148-C048-808E-C1FABDABC56F}" presName="composite" presStyleCnt="0"/>
      <dgm:spPr/>
    </dgm:pt>
    <dgm:pt modelId="{09FAA0EE-0851-2147-B864-374A7C867917}" type="pres">
      <dgm:prSet presAssocID="{4CA85852-4148-C048-808E-C1FABDABC56F}" presName="DropPinPlaceHolder" presStyleCnt="0"/>
      <dgm:spPr/>
    </dgm:pt>
    <dgm:pt modelId="{FFC74F01-1D0B-5743-81EB-031E9D7A7732}" type="pres">
      <dgm:prSet presAssocID="{4CA85852-4148-C048-808E-C1FABDABC56F}" presName="DropPin" presStyleLbl="alignNode1" presStyleIdx="9" presStyleCnt="10"/>
      <dgm:spPr/>
    </dgm:pt>
    <dgm:pt modelId="{EAF92A23-6353-5D4A-B9CC-77910E108ADA}" type="pres">
      <dgm:prSet presAssocID="{4CA85852-4148-C048-808E-C1FABDABC56F}" presName="Ellipse" presStyleLbl="fgAcc1" presStyleIdx="9" presStyleCnt="10"/>
      <dgm:spPr/>
    </dgm:pt>
    <dgm:pt modelId="{EB1F358C-ED47-BD44-942B-526E80817BE9}" type="pres">
      <dgm:prSet presAssocID="{4CA85852-4148-C048-808E-C1FABDABC56F}" presName="L2TextContainer" presStyleLbl="revTx" presStyleIdx="18" presStyleCnt="20">
        <dgm:presLayoutVars>
          <dgm:bulletEnabled val="1"/>
        </dgm:presLayoutVars>
      </dgm:prSet>
      <dgm:spPr/>
    </dgm:pt>
    <dgm:pt modelId="{6D944693-4F7D-A24D-94DA-6D2D4508BA55}" type="pres">
      <dgm:prSet presAssocID="{4CA85852-4148-C048-808E-C1FABDABC56F}" presName="L1TextContainer" presStyleLbl="revTx" presStyleIdx="19" presStyleCnt="20">
        <dgm:presLayoutVars>
          <dgm:chMax val="1"/>
          <dgm:chPref val="1"/>
          <dgm:bulletEnabled val="1"/>
        </dgm:presLayoutVars>
      </dgm:prSet>
      <dgm:spPr/>
    </dgm:pt>
    <dgm:pt modelId="{17ED4797-49EB-934A-B098-BE41315CCF60}" type="pres">
      <dgm:prSet presAssocID="{4CA85852-4148-C048-808E-C1FABDABC56F}" presName="ConnectLine" presStyleLbl="dkBgShp" presStyleIdx="11" presStyleCnt="12"/>
      <dgm:spPr/>
    </dgm:pt>
    <dgm:pt modelId="{EC13E4C9-4C8C-3946-ABEA-3CEE5084069E}" type="pres">
      <dgm:prSet presAssocID="{4CA85852-4148-C048-808E-C1FABDABC56F}" presName="ConnectorPoint" presStyleCnt="0"/>
      <dgm:spPr/>
    </dgm:pt>
    <dgm:pt modelId="{305922C3-6C61-B249-AB42-2F79DA3E2096}" type="pres">
      <dgm:prSet presAssocID="{4CA85852-4148-C048-808E-C1FABDABC56F}" presName="Bullet" presStyleLbl="lnNode1" presStyleIdx="9" presStyleCnt="10"/>
      <dgm:spPr/>
    </dgm:pt>
    <dgm:pt modelId="{C8938190-AA65-AF4F-AFB3-CB3E54564B53}" type="pres">
      <dgm:prSet presAssocID="{4CA85852-4148-C048-808E-C1FABDABC56F}" presName="EmptyPlaceHolder" presStyleCnt="0"/>
      <dgm:spPr/>
    </dgm:pt>
  </dgm:ptLst>
  <dgm:cxnLst>
    <dgm:cxn modelId="{55CB7300-121D-A74C-8BA3-84CA2CA239E9}" type="presOf" srcId="{02F6602E-C167-C04E-98BA-7D1CB68C0E0D}" destId="{6E056F54-D9E1-1B40-852F-5ED35D70A089}" srcOrd="0" destOrd="0" presId="urn:microsoft.com/office/officeart/2024/layout/BulletTimelineInverted"/>
    <dgm:cxn modelId="{24562509-017C-154E-A1B3-0582F930D960}" type="presOf" srcId="{FE9BA411-264B-D342-9AAB-21771C7EF648}" destId="{322E269B-1A0F-5848-A012-CCAA0BDCDDAC}" srcOrd="0" destOrd="0" presId="urn:microsoft.com/office/officeart/2024/layout/BulletTimelineInverted"/>
    <dgm:cxn modelId="{0236E310-EE48-144D-9348-A487C9EAD304}" type="presOf" srcId="{F8A13964-F580-A042-9396-5B91CC425639}" destId="{D43B0240-4DF5-5045-913D-22DDC9CA1900}" srcOrd="0" destOrd="0" presId="urn:microsoft.com/office/officeart/2024/layout/BulletTimelineInverted"/>
    <dgm:cxn modelId="{E9B3BB1C-60B0-914C-894D-ACF46A247B92}" srcId="{02F6602E-C167-C04E-98BA-7D1CB68C0E0D}" destId="{4B89DAA8-8835-CC43-8E6C-06BDEACCF512}" srcOrd="1" destOrd="0" parTransId="{19E31D0B-0C64-494E-BAC5-5886D277D25A}" sibTransId="{A5B3936F-B156-EB44-860A-7078A5CFCD04}"/>
    <dgm:cxn modelId="{E00B6C1F-9B73-3B4B-BE08-2954808D85C3}" type="presOf" srcId="{2FAF084B-BBB3-1D4D-8EA1-638774405F77}" destId="{7D2DB48C-AD98-CC45-A989-E29498BFC0F9}" srcOrd="0" destOrd="0" presId="urn:microsoft.com/office/officeart/2024/layout/BulletTimelineInverted"/>
    <dgm:cxn modelId="{775C322A-02BF-1D45-AA1F-4815C56C585B}" type="presOf" srcId="{3879A657-31BB-8B44-A964-13D55433CAFD}" destId="{807E39DA-17E9-CC42-AC64-812250A66575}" srcOrd="0" destOrd="0" presId="urn:microsoft.com/office/officeart/2024/layout/BulletTimelineInverted"/>
    <dgm:cxn modelId="{4D23422B-5751-3545-971E-77687C12308B}" srcId="{02F6602E-C167-C04E-98BA-7D1CB68C0E0D}" destId="{2FAF084B-BBB3-1D4D-8EA1-638774405F77}" srcOrd="3" destOrd="0" parTransId="{E25001BB-9C81-9443-9955-1504490F931E}" sibTransId="{68342CF3-0DA6-2D49-83EC-AEA735290B9F}"/>
    <dgm:cxn modelId="{51C08C2D-DE84-2B48-982A-6C3985581DEF}" srcId="{D857ADD3-653D-D741-B454-2C2BD47E8F63}" destId="{A67E33C3-6CE9-604A-BAF1-F1003FFBAB0E}" srcOrd="1" destOrd="0" parTransId="{D527B2F7-FD34-E64F-986E-E99CD296674B}" sibTransId="{50712565-5356-EE4B-AF58-5072E3AC5194}"/>
    <dgm:cxn modelId="{2293992D-3FEE-A746-9C91-8A6774B1F7B6}" type="presOf" srcId="{4B89DAA8-8835-CC43-8E6C-06BDEACCF512}" destId="{3B3C3E1C-71CE-CD42-BDB9-0C4E6C7A2FC1}" srcOrd="0" destOrd="0" presId="urn:microsoft.com/office/officeart/2024/layout/BulletTimelineInverted"/>
    <dgm:cxn modelId="{13BA1931-0C64-794D-8E12-E2BC5BEE405A}" srcId="{E7777803-FBD0-6341-A100-1C936E606B22}" destId="{903AC72B-5B57-764B-9204-C077840D39E1}" srcOrd="0" destOrd="0" parTransId="{F3615BB0-1317-5948-8493-9AAC0F4FC826}" sibTransId="{34AB669A-CE65-8146-B3F4-F89B3ACE7EE5}"/>
    <dgm:cxn modelId="{A9076536-81CE-014A-BB1A-C857543CE2EC}" type="presOf" srcId="{903AC72B-5B57-764B-9204-C077840D39E1}" destId="{C6CC035B-EBA5-7F42-91F0-CF685B1E356F}" srcOrd="0" destOrd="0" presId="urn:microsoft.com/office/officeart/2024/layout/BulletTimelineInverted"/>
    <dgm:cxn modelId="{3880584B-A599-5148-AF82-97C6862638AD}" srcId="{02F6602E-C167-C04E-98BA-7D1CB68C0E0D}" destId="{E7777803-FBD0-6341-A100-1C936E606B22}" srcOrd="6" destOrd="0" parTransId="{717E22F2-AC55-0C45-B4EA-F1793DB49821}" sibTransId="{89B8C39F-2EA0-E147-BD8C-50E544FB38BE}"/>
    <dgm:cxn modelId="{D114C24C-5C4D-E445-A551-33381430E595}" srcId="{02F6602E-C167-C04E-98BA-7D1CB68C0E0D}" destId="{58010ADC-8762-F14A-83B2-2E08E8804709}" srcOrd="8" destOrd="0" parTransId="{9866ADAD-6657-794E-8144-A55F6BA13D4B}" sibTransId="{DFCA6B10-ADAB-A542-B502-F3F859378AE8}"/>
    <dgm:cxn modelId="{CE6E7554-EB73-9A4E-AEDC-4CD917103706}" type="presOf" srcId="{C8A125CA-9212-A240-91E8-460BF3AE0D64}" destId="{38CFB8AE-4C3C-3543-884E-BF43F2DCE78B}" srcOrd="0" destOrd="0" presId="urn:microsoft.com/office/officeart/2024/layout/BulletTimelineInverted"/>
    <dgm:cxn modelId="{C48D9A54-76E2-E049-B006-62E43C69C555}" type="presOf" srcId="{D15A7CB6-E945-674D-935F-47241D48AE16}" destId="{C6CC035B-EBA5-7F42-91F0-CF685B1E356F}" srcOrd="0" destOrd="1" presId="urn:microsoft.com/office/officeart/2024/layout/BulletTimelineInverted"/>
    <dgm:cxn modelId="{E1565555-EA3C-4544-B805-755676FF12A2}" srcId="{58010ADC-8762-F14A-83B2-2E08E8804709}" destId="{0374F587-C01D-FC46-80D3-DE4807518518}" srcOrd="1" destOrd="0" parTransId="{75125C10-2780-934E-A1CE-92A165252445}" sibTransId="{9381528D-A56F-5C4F-B3DB-0BA0C8819A31}"/>
    <dgm:cxn modelId="{12FC625E-B474-314C-8CDF-5CEA2B1AB3AE}" type="presOf" srcId="{A67E33C3-6CE9-604A-BAF1-F1003FFBAB0E}" destId="{E65D1371-E5B9-6447-A7B9-09C0D22498AC}" srcOrd="0" destOrd="1" presId="urn:microsoft.com/office/officeart/2024/layout/BulletTimelineInverted"/>
    <dgm:cxn modelId="{94831A6B-C122-1046-AEBB-110FA1913D94}" srcId="{02F6602E-C167-C04E-98BA-7D1CB68C0E0D}" destId="{3879A657-31BB-8B44-A964-13D55433CAFD}" srcOrd="5" destOrd="0" parTransId="{CDCC34A2-FEA5-3A47-BF9E-E85C22E30976}" sibTransId="{40CCE5CE-6B56-BA4A-B2AC-40831F790D42}"/>
    <dgm:cxn modelId="{5DD1CE6D-B561-AB41-9497-23C14C48C320}" srcId="{D857ADD3-653D-D741-B454-2C2BD47E8F63}" destId="{68E24AF1-D98C-114B-A798-95A96C4BD278}" srcOrd="0" destOrd="0" parTransId="{FEA98622-FB82-D34B-8CB9-5E5A01668530}" sibTransId="{ECB193D6-B39A-2A40-A967-4C6E460CFB15}"/>
    <dgm:cxn modelId="{B2C64B70-4F3F-5C44-B33B-333B2C7E340D}" srcId="{02F6602E-C167-C04E-98BA-7D1CB68C0E0D}" destId="{3F9FB520-FE7C-BB4B-9D60-E72826A74686}" srcOrd="7" destOrd="0" parTransId="{1B279AA3-CA7D-6841-B77C-87EA6F8F80C8}" sibTransId="{7F85BA07-06C8-0948-88B8-5EC7003CC6DB}"/>
    <dgm:cxn modelId="{151A7E73-60C3-9446-A0DF-B24C3508F9A8}" type="presOf" srcId="{EFFC43D8-7531-6243-AC3F-F647147015A0}" destId="{566BFDB1-3D95-1440-9DA2-1D83EA09BB6A}" srcOrd="0" destOrd="0" presId="urn:microsoft.com/office/officeart/2024/layout/BulletTimelineInverted"/>
    <dgm:cxn modelId="{1266857C-1DD4-2D41-AD20-B9483EFEACEC}" srcId="{3879A657-31BB-8B44-A964-13D55433CAFD}" destId="{D8D7D161-3D82-6347-9DDA-6C8FEA6FDEC9}" srcOrd="0" destOrd="0" parTransId="{0CBA60E0-51FD-6145-8E72-DD53864426F0}" sibTransId="{BBC8A394-4B3E-8A40-889F-B9D12E3C1B5D}"/>
    <dgm:cxn modelId="{EAC4D983-3533-0C4D-97C7-4181DCC68BB4}" srcId="{02F6602E-C167-C04E-98BA-7D1CB68C0E0D}" destId="{D857ADD3-653D-D741-B454-2C2BD47E8F63}" srcOrd="0" destOrd="0" parTransId="{D36AAB68-B0D4-A94B-9E92-E4186B344E22}" sibTransId="{CB78376C-F3C0-194A-A762-DE520780814E}"/>
    <dgm:cxn modelId="{85404C85-485E-584F-BBF7-FC9A5DD5D60E}" srcId="{58010ADC-8762-F14A-83B2-2E08E8804709}" destId="{F8C73E90-2CF3-C14C-8137-4797B3EF0039}" srcOrd="2" destOrd="0" parTransId="{21EF1E31-3122-A34B-8EE2-7252EC15065F}" sibTransId="{6D35F920-2B71-DA41-B01B-2310F5EFDE0B}"/>
    <dgm:cxn modelId="{2BECC285-106E-DB42-9DF4-8BE4871CE58D}" type="presOf" srcId="{585D2492-BD45-F54D-A5D1-957C60399386}" destId="{EB1F358C-ED47-BD44-942B-526E80817BE9}" srcOrd="0" destOrd="0" presId="urn:microsoft.com/office/officeart/2024/layout/BulletTimelineInverted"/>
    <dgm:cxn modelId="{8889138C-93A0-6C43-975D-8FCF6535D3D5}" type="presOf" srcId="{E7777803-FBD0-6341-A100-1C936E606B22}" destId="{E74C9CC0-12A2-B14E-AA3E-0FF90E9E2064}" srcOrd="0" destOrd="0" presId="urn:microsoft.com/office/officeart/2024/layout/BulletTimelineInverted"/>
    <dgm:cxn modelId="{67B4038E-4B02-BB4D-989D-2915FAFBE2EC}" type="presOf" srcId="{7B641F93-F6CE-B643-B6EB-34A12DC0DB7E}" destId="{302145E3-797A-8641-9CAA-B00AA4100EC5}" srcOrd="0" destOrd="0" presId="urn:microsoft.com/office/officeart/2024/layout/BulletTimelineInverted"/>
    <dgm:cxn modelId="{4166AA8F-7693-3F48-9C84-5F165345F17D}" type="presOf" srcId="{4CA85852-4148-C048-808E-C1FABDABC56F}" destId="{6D944693-4F7D-A24D-94DA-6D2D4508BA55}" srcOrd="0" destOrd="0" presId="urn:microsoft.com/office/officeart/2024/layout/BulletTimelineInverted"/>
    <dgm:cxn modelId="{16819A92-A4A3-CA4E-BD8A-90A501C2C734}" srcId="{E7777803-FBD0-6341-A100-1C936E606B22}" destId="{D15A7CB6-E945-674D-935F-47241D48AE16}" srcOrd="1" destOrd="0" parTransId="{B26365F0-0552-1E4A-96EC-4EF09EAE1A68}" sibTransId="{9483EB22-A7F5-4A46-B2BB-7355BAE18B1F}"/>
    <dgm:cxn modelId="{42E91796-E4C2-FB48-9C35-057E0830DEAF}" type="presOf" srcId="{94CB696B-CC93-4044-899F-7203E1E853E8}" destId="{B795C5D6-4DCD-DC45-8305-173F247A3E53}" srcOrd="0" destOrd="0" presId="urn:microsoft.com/office/officeart/2024/layout/BulletTimelineInverted"/>
    <dgm:cxn modelId="{F2EF479B-7A33-2848-920D-E2913071EDB6}" srcId="{3879A657-31BB-8B44-A964-13D55433CAFD}" destId="{6272F2F4-F27A-2A4B-8C71-EA5312C01B83}" srcOrd="1" destOrd="0" parTransId="{59AF7B2A-D178-4F49-BE9F-AF7F70C06D43}" sibTransId="{B5217F4A-2573-A246-BD52-552781D97202}"/>
    <dgm:cxn modelId="{AE3CE99E-6612-8149-9788-E9BA6F567556}" type="presOf" srcId="{3F9FB520-FE7C-BB4B-9D60-E72826A74686}" destId="{E8A96BF8-584B-2C44-B771-B1305BAA11C6}" srcOrd="0" destOrd="0" presId="urn:microsoft.com/office/officeart/2024/layout/BulletTimelineInverted"/>
    <dgm:cxn modelId="{2728B2A2-ED0B-7A46-A593-0588EEF9B883}" srcId="{4B89DAA8-8835-CC43-8E6C-06BDEACCF512}" destId="{F8A13964-F580-A042-9396-5B91CC425639}" srcOrd="0" destOrd="0" parTransId="{615D0095-7EB0-6940-AABF-83EB47740EF5}" sibTransId="{A31DCC87-BC4D-7A4D-8451-972B56F1E928}"/>
    <dgm:cxn modelId="{344324A4-6234-4A49-B6D4-C7B350B0BEFF}" srcId="{2FAF084B-BBB3-1D4D-8EA1-638774405F77}" destId="{EFFC43D8-7531-6243-AC3F-F647147015A0}" srcOrd="0" destOrd="0" parTransId="{562B998B-D965-A448-8BA9-59B30E28CD24}" sibTransId="{B4B5F304-6C03-924D-AD73-C18C1957E94E}"/>
    <dgm:cxn modelId="{D497A2A4-FC60-BF4D-92DF-47126141ACEE}" type="presOf" srcId="{0374F587-C01D-FC46-80D3-DE4807518518}" destId="{B795C5D6-4DCD-DC45-8305-173F247A3E53}" srcOrd="0" destOrd="1" presId="urn:microsoft.com/office/officeart/2024/layout/BulletTimelineInverted"/>
    <dgm:cxn modelId="{9F1130A7-9774-054F-80A1-BE82D9E91900}" type="presOf" srcId="{E33B1DC1-2C69-A747-96F4-C417AB021E41}" destId="{03DF84EB-DF66-A64C-A0E8-CA8A73CEE4D9}" srcOrd="0" destOrd="0" presId="urn:microsoft.com/office/officeart/2024/layout/BulletTimelineInverted"/>
    <dgm:cxn modelId="{059043A7-3F67-1342-9325-2B17A9694ABA}" srcId="{02F6602E-C167-C04E-98BA-7D1CB68C0E0D}" destId="{4CA85852-4148-C048-808E-C1FABDABC56F}" srcOrd="9" destOrd="0" parTransId="{8EDD5062-A5A6-1744-98F4-B911D214D291}" sibTransId="{9E73FE00-DEA3-3446-994A-AFB1342A3F0F}"/>
    <dgm:cxn modelId="{7880CEA8-D8EC-0646-B3A7-B89F52E3C4BD}" type="presOf" srcId="{68E24AF1-D98C-114B-A798-95A96C4BD278}" destId="{E65D1371-E5B9-6447-A7B9-09C0D22498AC}" srcOrd="0" destOrd="0" presId="urn:microsoft.com/office/officeart/2024/layout/BulletTimelineInverted"/>
    <dgm:cxn modelId="{B93A96B2-951D-F14B-B06B-F7552DD585F5}" type="presOf" srcId="{25FA52DB-3374-AB43-AE45-B25E437B023F}" destId="{302145E3-797A-8641-9CAA-B00AA4100EC5}" srcOrd="0" destOrd="1" presId="urn:microsoft.com/office/officeart/2024/layout/BulletTimelineInverted"/>
    <dgm:cxn modelId="{C6B948B5-7C33-8945-9A3E-059090579ACB}" type="presOf" srcId="{15A9EEA3-2350-9E4F-9DC5-56F5CDAD43DA}" destId="{84BD45B3-BEF0-B34B-8650-635CB07EF430}" srcOrd="0" destOrd="0" presId="urn:microsoft.com/office/officeart/2024/layout/BulletTimelineInverted"/>
    <dgm:cxn modelId="{53C331BA-8E64-064C-9C1A-8EE8AEA1E2FB}" srcId="{3879A657-31BB-8B44-A964-13D55433CAFD}" destId="{F785A0AC-764C-914B-92D4-C65E015B62E6}" srcOrd="2" destOrd="0" parTransId="{8815A942-DDDF-1446-BF0D-CEA3019072B4}" sibTransId="{AD9A084E-9936-6240-804C-3FCF0F86D6AF}"/>
    <dgm:cxn modelId="{E22E01C4-D643-8444-A997-EF6B25FDEC68}" srcId="{4CA85852-4148-C048-808E-C1FABDABC56F}" destId="{585D2492-BD45-F54D-A5D1-957C60399386}" srcOrd="0" destOrd="0" parTransId="{D9C70221-141B-F742-A8E4-6FF9F794E470}" sibTransId="{F53C4605-FAA9-044B-A610-9A31A749C226}"/>
    <dgm:cxn modelId="{ED76AAC7-A393-4A46-B9B7-0A84399A29A6}" srcId="{FE9BA411-264B-D342-9AAB-21771C7EF648}" destId="{7B641F93-F6CE-B643-B6EB-34A12DC0DB7E}" srcOrd="0" destOrd="0" parTransId="{1237DE8F-4A87-5E4D-93FD-B0BBAB8DB9EA}" sibTransId="{5F8F065B-2390-4F48-AE81-8C256FD1A5F0}"/>
    <dgm:cxn modelId="{6A882CC9-B6F4-E349-A22C-8DE8A296A7C1}" type="presOf" srcId="{6272F2F4-F27A-2A4B-8C71-EA5312C01B83}" destId="{DC165D71-28D4-474F-8072-4FCAED6707C5}" srcOrd="0" destOrd="1" presId="urn:microsoft.com/office/officeart/2024/layout/BulletTimelineInverted"/>
    <dgm:cxn modelId="{92DFAECB-5675-5443-8762-D44CCD385453}" srcId="{E33B1DC1-2C69-A747-96F4-C417AB021E41}" destId="{15A9EEA3-2350-9E4F-9DC5-56F5CDAD43DA}" srcOrd="0" destOrd="0" parTransId="{EE0984A2-B1BB-9C44-9EED-DC16767C7913}" sibTransId="{C46BC6B1-6D03-1A41-854F-1E2B5A50DB87}"/>
    <dgm:cxn modelId="{9270F3CD-B30F-4647-BA2E-82175ED8D8A2}" srcId="{FE9BA411-264B-D342-9AAB-21771C7EF648}" destId="{25FA52DB-3374-AB43-AE45-B25E437B023F}" srcOrd="1" destOrd="0" parTransId="{B6C75A5A-453A-D24F-8A29-3A7C70ABC674}" sibTransId="{B1620AE8-ADDB-8E4C-8481-9127492BB845}"/>
    <dgm:cxn modelId="{C8AA28D6-BA2B-F94B-9660-34C48A281C13}" srcId="{02F6602E-C167-C04E-98BA-7D1CB68C0E0D}" destId="{E33B1DC1-2C69-A747-96F4-C417AB021E41}" srcOrd="2" destOrd="0" parTransId="{346DC890-D6C9-D343-978E-8ACFEFF9A74E}" sibTransId="{8962E7A1-F12B-0840-822D-3856754CC1DD}"/>
    <dgm:cxn modelId="{FC04D9DC-D617-0849-90E7-B45D52F15777}" type="presOf" srcId="{F785A0AC-764C-914B-92D4-C65E015B62E6}" destId="{DC165D71-28D4-474F-8072-4FCAED6707C5}" srcOrd="0" destOrd="2" presId="urn:microsoft.com/office/officeart/2024/layout/BulletTimelineInverted"/>
    <dgm:cxn modelId="{A1AE8AE9-9A4D-E44C-806E-A64DB1559400}" type="presOf" srcId="{F8C73E90-2CF3-C14C-8137-4797B3EF0039}" destId="{B795C5D6-4DCD-DC45-8305-173F247A3E53}" srcOrd="0" destOrd="2" presId="urn:microsoft.com/office/officeart/2024/layout/BulletTimelineInverted"/>
    <dgm:cxn modelId="{2FFD36F3-6B07-524D-9B83-19DDE7B82255}" type="presOf" srcId="{D857ADD3-653D-D741-B454-2C2BD47E8F63}" destId="{F18E6209-E8BC-8143-B095-AD1F02B6524E}" srcOrd="0" destOrd="0" presId="urn:microsoft.com/office/officeart/2024/layout/BulletTimelineInverted"/>
    <dgm:cxn modelId="{983A2BF6-4BFA-1A4A-85C2-D4231EA894F0}" srcId="{58010ADC-8762-F14A-83B2-2E08E8804709}" destId="{94CB696B-CC93-4044-899F-7203E1E853E8}" srcOrd="0" destOrd="0" parTransId="{872324D1-3395-D647-9B4F-32093DC22B3F}" sibTransId="{D07F54D2-1479-7A41-97B3-8E0531CBF252}"/>
    <dgm:cxn modelId="{1EC5B6F6-25FD-6E4F-9C59-8D25512FA67E}" srcId="{3F9FB520-FE7C-BB4B-9D60-E72826A74686}" destId="{C8A125CA-9212-A240-91E8-460BF3AE0D64}" srcOrd="0" destOrd="0" parTransId="{0855A401-5FA0-A649-B781-49B3CDB2CB21}" sibTransId="{A721144E-D9F0-4745-A8BD-38064C2CD596}"/>
    <dgm:cxn modelId="{7FFAE2F7-3F10-AC49-966A-0399C4CC80B8}" type="presOf" srcId="{58010ADC-8762-F14A-83B2-2E08E8804709}" destId="{3605547B-AD76-B949-AE75-2EB7B1D3A29B}" srcOrd="0" destOrd="0" presId="urn:microsoft.com/office/officeart/2024/layout/BulletTimelineInverted"/>
    <dgm:cxn modelId="{CE0737F8-0C5A-9840-BA94-7C666C340CD1}" type="presOf" srcId="{D8D7D161-3D82-6347-9DDA-6C8FEA6FDEC9}" destId="{DC165D71-28D4-474F-8072-4FCAED6707C5}" srcOrd="0" destOrd="0" presId="urn:microsoft.com/office/officeart/2024/layout/BulletTimelineInverted"/>
    <dgm:cxn modelId="{C0614BFA-E406-084F-9548-A7951CAE67E9}" srcId="{02F6602E-C167-C04E-98BA-7D1CB68C0E0D}" destId="{FE9BA411-264B-D342-9AAB-21771C7EF648}" srcOrd="4" destOrd="0" parTransId="{863373B1-1B06-1E41-AE80-9D0B31C8FF87}" sibTransId="{6E1DB1DF-453F-904C-869D-C815D5647E60}"/>
    <dgm:cxn modelId="{03F2D0CC-9DF4-E04F-8838-E4FD5467BD99}" type="presParOf" srcId="{6E056F54-D9E1-1B40-852F-5ED35D70A089}" destId="{B9034FF0-9CE8-B04E-AE58-FA218E42E67C}" srcOrd="0" destOrd="0" presId="urn:microsoft.com/office/officeart/2024/layout/BulletTimelineInverted"/>
    <dgm:cxn modelId="{C299F7B5-ADBF-FC4C-AFBD-C20AA4110150}" type="presParOf" srcId="{B9034FF0-9CE8-B04E-AE58-FA218E42E67C}" destId="{F78CDB0C-FCBA-2645-9F65-0487E21187D7}" srcOrd="0" destOrd="0" presId="urn:microsoft.com/office/officeart/2024/layout/BulletTimelineInverted"/>
    <dgm:cxn modelId="{88A85962-2217-3C47-9CB6-EF9D0CDBAA4C}" type="presParOf" srcId="{B9034FF0-9CE8-B04E-AE58-FA218E42E67C}" destId="{D754E238-84E2-E540-8957-9191AD9924C3}" srcOrd="1" destOrd="0" presId="urn:microsoft.com/office/officeart/2024/layout/BulletTimelineInverted"/>
    <dgm:cxn modelId="{33B9FBF7-C70C-C347-A5C8-28DC40088C4A}" type="presParOf" srcId="{6E056F54-D9E1-1B40-852F-5ED35D70A089}" destId="{DAB26F22-DCCB-104A-B1E9-7FF7945A7236}" srcOrd="1" destOrd="0" presId="urn:microsoft.com/office/officeart/2024/layout/BulletTimelineInverted"/>
    <dgm:cxn modelId="{4843D693-A7EA-344D-99AE-336F63EB0A09}" type="presParOf" srcId="{DAB26F22-DCCB-104A-B1E9-7FF7945A7236}" destId="{447210E8-45EB-B340-9C3E-086040EECD12}" srcOrd="0" destOrd="0" presId="urn:microsoft.com/office/officeart/2024/layout/BulletTimelineInverted"/>
    <dgm:cxn modelId="{28AFC30A-04BA-FF40-996F-5802672CFA6E}" type="presParOf" srcId="{447210E8-45EB-B340-9C3E-086040EECD12}" destId="{FE46F4DB-3000-8645-A438-A14F0FF646AF}" srcOrd="0" destOrd="0" presId="urn:microsoft.com/office/officeart/2024/layout/BulletTimelineInverted"/>
    <dgm:cxn modelId="{A5459A8A-6C9C-1B42-880C-E7D60C60A87B}" type="presParOf" srcId="{FE46F4DB-3000-8645-A438-A14F0FF646AF}" destId="{0B12AA42-D569-0547-9556-9EAB5C3B7EA4}" srcOrd="0" destOrd="0" presId="urn:microsoft.com/office/officeart/2024/layout/BulletTimelineInverted"/>
    <dgm:cxn modelId="{0463BAF9-6097-2945-B887-08051BD60E1C}" type="presParOf" srcId="{FE46F4DB-3000-8645-A438-A14F0FF646AF}" destId="{FB450F34-0700-344C-8655-27168D8EACC2}" srcOrd="1" destOrd="0" presId="urn:microsoft.com/office/officeart/2024/layout/BulletTimelineInverted"/>
    <dgm:cxn modelId="{E88E64DF-46EB-9D44-AF36-66C7A76E8168}" type="presParOf" srcId="{447210E8-45EB-B340-9C3E-086040EECD12}" destId="{E65D1371-E5B9-6447-A7B9-09C0D22498AC}" srcOrd="1" destOrd="0" presId="urn:microsoft.com/office/officeart/2024/layout/BulletTimelineInverted"/>
    <dgm:cxn modelId="{21BBD9E4-33B7-0B49-9345-32B2CB973F5A}" type="presParOf" srcId="{447210E8-45EB-B340-9C3E-086040EECD12}" destId="{F18E6209-E8BC-8143-B095-AD1F02B6524E}" srcOrd="2" destOrd="0" presId="urn:microsoft.com/office/officeart/2024/layout/BulletTimelineInverted"/>
    <dgm:cxn modelId="{5FA04467-6FB8-6940-948D-851A13A494C4}" type="presParOf" srcId="{447210E8-45EB-B340-9C3E-086040EECD12}" destId="{A4D07DAB-66D6-4245-BA6C-98703E185646}" srcOrd="3" destOrd="0" presId="urn:microsoft.com/office/officeart/2024/layout/BulletTimelineInverted"/>
    <dgm:cxn modelId="{78DE441F-6C67-8547-9952-2EB6EC34293F}" type="presParOf" srcId="{447210E8-45EB-B340-9C3E-086040EECD12}" destId="{3526CFE3-EDEC-354A-BF5F-BA7CE9DFDC49}" srcOrd="4" destOrd="0" presId="urn:microsoft.com/office/officeart/2024/layout/BulletTimelineInverted"/>
    <dgm:cxn modelId="{5D4B45FA-CCA6-1745-ABB2-DA088B8BC62B}" type="presParOf" srcId="{3526CFE3-EDEC-354A-BF5F-BA7CE9DFDC49}" destId="{496AB443-E65D-2A41-8DCC-C0FE444BDCBF}" srcOrd="0" destOrd="0" presId="urn:microsoft.com/office/officeart/2024/layout/BulletTimelineInverted"/>
    <dgm:cxn modelId="{6071D3DA-EB67-BC4B-A4C9-1785ECA7C68E}" type="presParOf" srcId="{447210E8-45EB-B340-9C3E-086040EECD12}" destId="{A422A838-98F3-5747-A3FA-55A015F51AC2}" srcOrd="5" destOrd="0" presId="urn:microsoft.com/office/officeart/2024/layout/BulletTimelineInverted"/>
    <dgm:cxn modelId="{E982BF50-5439-EB4B-AB62-B7A163C37B9A}" type="presParOf" srcId="{DAB26F22-DCCB-104A-B1E9-7FF7945A7236}" destId="{06E29E36-9C4F-BF4F-AD23-52D5DB491501}" srcOrd="1" destOrd="0" presId="urn:microsoft.com/office/officeart/2024/layout/BulletTimelineInverted"/>
    <dgm:cxn modelId="{B3797093-F1F7-4643-ABC9-7C6445684FCE}" type="presParOf" srcId="{DAB26F22-DCCB-104A-B1E9-7FF7945A7236}" destId="{A7A76C6B-60F6-5E48-B142-556D9971F2E1}" srcOrd="2" destOrd="0" presId="urn:microsoft.com/office/officeart/2024/layout/BulletTimelineInverted"/>
    <dgm:cxn modelId="{CD4C9CBA-DDF0-604F-BF6C-2519F272DFBC}" type="presParOf" srcId="{A7A76C6B-60F6-5E48-B142-556D9971F2E1}" destId="{005D4A43-A8B5-844D-A2AC-880A33F18F50}" srcOrd="0" destOrd="0" presId="urn:microsoft.com/office/officeart/2024/layout/BulletTimelineInverted"/>
    <dgm:cxn modelId="{DE9CF4B9-5B39-AD4F-ABB7-EBE5AE80ED25}" type="presParOf" srcId="{005D4A43-A8B5-844D-A2AC-880A33F18F50}" destId="{F62B1E75-DE7A-7142-B007-32995F8B3467}" srcOrd="0" destOrd="0" presId="urn:microsoft.com/office/officeart/2024/layout/BulletTimelineInverted"/>
    <dgm:cxn modelId="{E5F1E2F1-E449-F34B-A240-3B8CEF76866E}" type="presParOf" srcId="{005D4A43-A8B5-844D-A2AC-880A33F18F50}" destId="{BA683B6F-AC61-904F-9C22-CF4D2922BBB3}" srcOrd="1" destOrd="0" presId="urn:microsoft.com/office/officeart/2024/layout/BulletTimelineInverted"/>
    <dgm:cxn modelId="{238D9F3A-740E-3E4B-BBD7-063A34298C1E}" type="presParOf" srcId="{A7A76C6B-60F6-5E48-B142-556D9971F2E1}" destId="{D43B0240-4DF5-5045-913D-22DDC9CA1900}" srcOrd="1" destOrd="0" presId="urn:microsoft.com/office/officeart/2024/layout/BulletTimelineInverted"/>
    <dgm:cxn modelId="{D4690494-9B25-0D42-B71F-D59F9DF6182C}" type="presParOf" srcId="{A7A76C6B-60F6-5E48-B142-556D9971F2E1}" destId="{3B3C3E1C-71CE-CD42-BDB9-0C4E6C7A2FC1}" srcOrd="2" destOrd="0" presId="urn:microsoft.com/office/officeart/2024/layout/BulletTimelineInverted"/>
    <dgm:cxn modelId="{6D19A5B5-348C-1D4D-80A2-E48069B65013}" type="presParOf" srcId="{A7A76C6B-60F6-5E48-B142-556D9971F2E1}" destId="{CBBB92B6-C940-A344-9867-EC8D82934AD6}" srcOrd="3" destOrd="0" presId="urn:microsoft.com/office/officeart/2024/layout/BulletTimelineInverted"/>
    <dgm:cxn modelId="{07048D67-F2BC-214C-B346-0A74891E12E5}" type="presParOf" srcId="{A7A76C6B-60F6-5E48-B142-556D9971F2E1}" destId="{D85C1404-C8C9-F646-B4D5-1A517EBAAB63}" srcOrd="4" destOrd="0" presId="urn:microsoft.com/office/officeart/2024/layout/BulletTimelineInverted"/>
    <dgm:cxn modelId="{839F5299-D44E-3743-AB8B-02E606E36A63}" type="presParOf" srcId="{D85C1404-C8C9-F646-B4D5-1A517EBAAB63}" destId="{16C67C7A-ABDD-5047-8830-ABB995DC82C1}" srcOrd="0" destOrd="0" presId="urn:microsoft.com/office/officeart/2024/layout/BulletTimelineInverted"/>
    <dgm:cxn modelId="{5ECC6281-2378-094E-8980-925ADB0C4C7F}" type="presParOf" srcId="{A7A76C6B-60F6-5E48-B142-556D9971F2E1}" destId="{E54E4364-3FC9-5A4D-AB4B-BEEC007C7228}" srcOrd="5" destOrd="0" presId="urn:microsoft.com/office/officeart/2024/layout/BulletTimelineInverted"/>
    <dgm:cxn modelId="{9AFC6456-FE64-E74F-8C70-706CD754CBB5}" type="presParOf" srcId="{DAB26F22-DCCB-104A-B1E9-7FF7945A7236}" destId="{756EDEE5-112D-E642-ACD0-BEB070F175C3}" srcOrd="3" destOrd="0" presId="urn:microsoft.com/office/officeart/2024/layout/BulletTimelineInverted"/>
    <dgm:cxn modelId="{61E8E007-1F12-3B4F-A558-C6B868E0D491}" type="presParOf" srcId="{DAB26F22-DCCB-104A-B1E9-7FF7945A7236}" destId="{B328FABC-A454-DA4B-B207-E460210260CF}" srcOrd="4" destOrd="0" presId="urn:microsoft.com/office/officeart/2024/layout/BulletTimelineInverted"/>
    <dgm:cxn modelId="{2F606CF4-BA4A-6840-98C8-AAA5552D874C}" type="presParOf" srcId="{B328FABC-A454-DA4B-B207-E460210260CF}" destId="{56A7BBE3-889A-FE45-8F05-0E95E34BB119}" srcOrd="0" destOrd="0" presId="urn:microsoft.com/office/officeart/2024/layout/BulletTimelineInverted"/>
    <dgm:cxn modelId="{EA4D8B80-6B57-F447-903A-7D50234A791C}" type="presParOf" srcId="{56A7BBE3-889A-FE45-8F05-0E95E34BB119}" destId="{455D7BC2-9298-3341-8E9B-D4CB99B7C8EF}" srcOrd="0" destOrd="0" presId="urn:microsoft.com/office/officeart/2024/layout/BulletTimelineInverted"/>
    <dgm:cxn modelId="{8E8F6698-CB07-2D4C-B893-9F9609BFB0AA}" type="presParOf" srcId="{56A7BBE3-889A-FE45-8F05-0E95E34BB119}" destId="{89CCE020-D793-1545-B136-FFE5FAAF7434}" srcOrd="1" destOrd="0" presId="urn:microsoft.com/office/officeart/2024/layout/BulletTimelineInverted"/>
    <dgm:cxn modelId="{DB89F893-09CA-AF42-849A-1574752FAE3F}" type="presParOf" srcId="{B328FABC-A454-DA4B-B207-E460210260CF}" destId="{84BD45B3-BEF0-B34B-8650-635CB07EF430}" srcOrd="1" destOrd="0" presId="urn:microsoft.com/office/officeart/2024/layout/BulletTimelineInverted"/>
    <dgm:cxn modelId="{DE636E3D-1A18-AA44-B954-A5AD56F97388}" type="presParOf" srcId="{B328FABC-A454-DA4B-B207-E460210260CF}" destId="{03DF84EB-DF66-A64C-A0E8-CA8A73CEE4D9}" srcOrd="2" destOrd="0" presId="urn:microsoft.com/office/officeart/2024/layout/BulletTimelineInverted"/>
    <dgm:cxn modelId="{CDD2DE92-504F-1C45-A7E6-3CDA10AFDC49}" type="presParOf" srcId="{B328FABC-A454-DA4B-B207-E460210260CF}" destId="{600DD0EF-2C8A-4D41-B063-DFEEBD23F4B7}" srcOrd="3" destOrd="0" presId="urn:microsoft.com/office/officeart/2024/layout/BulletTimelineInverted"/>
    <dgm:cxn modelId="{DB6FF2FB-3DEC-1D48-AD04-2A96AF4BE1CF}" type="presParOf" srcId="{B328FABC-A454-DA4B-B207-E460210260CF}" destId="{E2008969-5D79-E245-ADC4-CE87569FC606}" srcOrd="4" destOrd="0" presId="urn:microsoft.com/office/officeart/2024/layout/BulletTimelineInverted"/>
    <dgm:cxn modelId="{E9616D90-F671-1E45-AEA4-E406CFDB4491}" type="presParOf" srcId="{E2008969-5D79-E245-ADC4-CE87569FC606}" destId="{76DBA577-F415-A748-96DE-4EC8375FEA4A}" srcOrd="0" destOrd="0" presId="urn:microsoft.com/office/officeart/2024/layout/BulletTimelineInverted"/>
    <dgm:cxn modelId="{5C157DB6-B1F5-CA48-875C-12AB380226EB}" type="presParOf" srcId="{B328FABC-A454-DA4B-B207-E460210260CF}" destId="{941E06DE-690C-2F49-ADD8-CB5EBFC68C04}" srcOrd="5" destOrd="0" presId="urn:microsoft.com/office/officeart/2024/layout/BulletTimelineInverted"/>
    <dgm:cxn modelId="{8790844B-A785-8D4C-9CD1-ACCDC85B1CB4}" type="presParOf" srcId="{DAB26F22-DCCB-104A-B1E9-7FF7945A7236}" destId="{9F28BC82-1C22-DD43-8058-827FD59B0D68}" srcOrd="5" destOrd="0" presId="urn:microsoft.com/office/officeart/2024/layout/BulletTimelineInverted"/>
    <dgm:cxn modelId="{F7896001-696B-8A40-A31D-4A5B1A428D2C}" type="presParOf" srcId="{DAB26F22-DCCB-104A-B1E9-7FF7945A7236}" destId="{B8D1E5E6-8029-6C49-B846-4E2C04267085}" srcOrd="6" destOrd="0" presId="urn:microsoft.com/office/officeart/2024/layout/BulletTimelineInverted"/>
    <dgm:cxn modelId="{528544CC-4A36-A748-91FE-F2DBE11DE60D}" type="presParOf" srcId="{B8D1E5E6-8029-6C49-B846-4E2C04267085}" destId="{633221CB-DBC8-7B4D-9182-D5CA4159DB30}" srcOrd="0" destOrd="0" presId="urn:microsoft.com/office/officeart/2024/layout/BulletTimelineInverted"/>
    <dgm:cxn modelId="{9E8512CE-256C-A94A-B91E-9C0FA8C81F65}" type="presParOf" srcId="{633221CB-DBC8-7B4D-9182-D5CA4159DB30}" destId="{81B968A0-1533-3A42-9DD3-C8941FD9A88E}" srcOrd="0" destOrd="0" presId="urn:microsoft.com/office/officeart/2024/layout/BulletTimelineInverted"/>
    <dgm:cxn modelId="{9431EEA4-8082-3D4C-B0F9-4870F2914086}" type="presParOf" srcId="{633221CB-DBC8-7B4D-9182-D5CA4159DB30}" destId="{BC672CA7-F8DB-E14F-8E1E-3434422EEE6E}" srcOrd="1" destOrd="0" presId="urn:microsoft.com/office/officeart/2024/layout/BulletTimelineInverted"/>
    <dgm:cxn modelId="{45C10880-F056-6346-92C1-95617FB2995A}" type="presParOf" srcId="{B8D1E5E6-8029-6C49-B846-4E2C04267085}" destId="{566BFDB1-3D95-1440-9DA2-1D83EA09BB6A}" srcOrd="1" destOrd="0" presId="urn:microsoft.com/office/officeart/2024/layout/BulletTimelineInverted"/>
    <dgm:cxn modelId="{AC2C5185-42FE-2C4C-ADB5-71200A102D02}" type="presParOf" srcId="{B8D1E5E6-8029-6C49-B846-4E2C04267085}" destId="{7D2DB48C-AD98-CC45-A989-E29498BFC0F9}" srcOrd="2" destOrd="0" presId="urn:microsoft.com/office/officeart/2024/layout/BulletTimelineInverted"/>
    <dgm:cxn modelId="{75FBDEC6-84C7-9947-9883-755E31248744}" type="presParOf" srcId="{B8D1E5E6-8029-6C49-B846-4E2C04267085}" destId="{93A59F36-A77A-1645-9D87-37D89AA6C6C9}" srcOrd="3" destOrd="0" presId="urn:microsoft.com/office/officeart/2024/layout/BulletTimelineInverted"/>
    <dgm:cxn modelId="{1C60D209-6DC9-3642-B5DB-A86638DD6F6C}" type="presParOf" srcId="{B8D1E5E6-8029-6C49-B846-4E2C04267085}" destId="{68FB660E-5755-5C4C-8168-37980514E9CC}" srcOrd="4" destOrd="0" presId="urn:microsoft.com/office/officeart/2024/layout/BulletTimelineInverted"/>
    <dgm:cxn modelId="{CF9F4729-DC46-EC4B-A2F4-E963DF9032F5}" type="presParOf" srcId="{68FB660E-5755-5C4C-8168-37980514E9CC}" destId="{E78E8A56-66E8-3842-AEFE-300587EBBFF0}" srcOrd="0" destOrd="0" presId="urn:microsoft.com/office/officeart/2024/layout/BulletTimelineInverted"/>
    <dgm:cxn modelId="{FF42165A-F361-2949-9B10-FA02512168EA}" type="presParOf" srcId="{B8D1E5E6-8029-6C49-B846-4E2C04267085}" destId="{B4609DFF-54CD-0649-8885-A426FEC0BAF0}" srcOrd="5" destOrd="0" presId="urn:microsoft.com/office/officeart/2024/layout/BulletTimelineInverted"/>
    <dgm:cxn modelId="{E056437B-5E98-594E-ABCD-CFE57C822D48}" type="presParOf" srcId="{DAB26F22-DCCB-104A-B1E9-7FF7945A7236}" destId="{E75FE612-E003-B849-B36E-1E3FCDEA93EF}" srcOrd="7" destOrd="0" presId="urn:microsoft.com/office/officeart/2024/layout/BulletTimelineInverted"/>
    <dgm:cxn modelId="{B80E6463-F429-F04F-9EBC-88BAB7C41BB1}" type="presParOf" srcId="{DAB26F22-DCCB-104A-B1E9-7FF7945A7236}" destId="{977F4710-D569-894F-BE2F-972B8B8F22C1}" srcOrd="8" destOrd="0" presId="urn:microsoft.com/office/officeart/2024/layout/BulletTimelineInverted"/>
    <dgm:cxn modelId="{360BE554-895C-1148-9EA4-4A6067DA3D85}" type="presParOf" srcId="{977F4710-D569-894F-BE2F-972B8B8F22C1}" destId="{9139936D-9E0B-6544-9CFD-577C99A20C36}" srcOrd="0" destOrd="0" presId="urn:microsoft.com/office/officeart/2024/layout/BulletTimelineInverted"/>
    <dgm:cxn modelId="{31E62C2F-6E5F-6447-8826-085B0F38E0D9}" type="presParOf" srcId="{9139936D-9E0B-6544-9CFD-577C99A20C36}" destId="{4228DF71-DAF6-FC49-AF4E-BE8CF0919E54}" srcOrd="0" destOrd="0" presId="urn:microsoft.com/office/officeart/2024/layout/BulletTimelineInverted"/>
    <dgm:cxn modelId="{7AC13BCF-5FE7-FB49-9C83-68324719F4AD}" type="presParOf" srcId="{9139936D-9E0B-6544-9CFD-577C99A20C36}" destId="{D02FF1A9-9E35-9243-B56B-7CB473D7A814}" srcOrd="1" destOrd="0" presId="urn:microsoft.com/office/officeart/2024/layout/BulletTimelineInverted"/>
    <dgm:cxn modelId="{0058E42F-25DA-4848-AB79-88596B3B9807}" type="presParOf" srcId="{977F4710-D569-894F-BE2F-972B8B8F22C1}" destId="{302145E3-797A-8641-9CAA-B00AA4100EC5}" srcOrd="1" destOrd="0" presId="urn:microsoft.com/office/officeart/2024/layout/BulletTimelineInverted"/>
    <dgm:cxn modelId="{011FC241-650D-344C-958B-AF6FD706C95C}" type="presParOf" srcId="{977F4710-D569-894F-BE2F-972B8B8F22C1}" destId="{322E269B-1A0F-5848-A012-CCAA0BDCDDAC}" srcOrd="2" destOrd="0" presId="urn:microsoft.com/office/officeart/2024/layout/BulletTimelineInverted"/>
    <dgm:cxn modelId="{ECC7192A-3490-6940-AFBE-F852BE1AC00D}" type="presParOf" srcId="{977F4710-D569-894F-BE2F-972B8B8F22C1}" destId="{04E62124-E0B4-344B-A775-A6BD344E8321}" srcOrd="3" destOrd="0" presId="urn:microsoft.com/office/officeart/2024/layout/BulletTimelineInverted"/>
    <dgm:cxn modelId="{BB3AFB77-CE7D-A641-923E-96C7A905E945}" type="presParOf" srcId="{977F4710-D569-894F-BE2F-972B8B8F22C1}" destId="{107C914A-4636-244E-8FF0-38F9817CE3E8}" srcOrd="4" destOrd="0" presId="urn:microsoft.com/office/officeart/2024/layout/BulletTimelineInverted"/>
    <dgm:cxn modelId="{CABC1391-6548-5448-B01F-A4D2216188E7}" type="presParOf" srcId="{107C914A-4636-244E-8FF0-38F9817CE3E8}" destId="{05026C54-F40D-E84C-A432-E6DEF53C6A1E}" srcOrd="0" destOrd="0" presId="urn:microsoft.com/office/officeart/2024/layout/BulletTimelineInverted"/>
    <dgm:cxn modelId="{BB372B65-49DD-BE4A-9863-C4786B3DFA90}" type="presParOf" srcId="{977F4710-D569-894F-BE2F-972B8B8F22C1}" destId="{552FF88D-6555-7045-BC92-06852277D22C}" srcOrd="5" destOrd="0" presId="urn:microsoft.com/office/officeart/2024/layout/BulletTimelineInverted"/>
    <dgm:cxn modelId="{C68CB01A-8F83-2241-B2F3-5D92E5B48E79}" type="presParOf" srcId="{DAB26F22-DCCB-104A-B1E9-7FF7945A7236}" destId="{F176992F-DD32-ED42-B798-B87BE30B6608}" srcOrd="9" destOrd="0" presId="urn:microsoft.com/office/officeart/2024/layout/BulletTimelineInverted"/>
    <dgm:cxn modelId="{3A84A6AC-0268-D94B-9682-14F0036A36ED}" type="presParOf" srcId="{DAB26F22-DCCB-104A-B1E9-7FF7945A7236}" destId="{A6EDE4BD-33A6-FE41-8C67-89C7D7729BAA}" srcOrd="10" destOrd="0" presId="urn:microsoft.com/office/officeart/2024/layout/BulletTimelineInverted"/>
    <dgm:cxn modelId="{71529FB3-15EC-054B-A419-407D15DDE4B6}" type="presParOf" srcId="{A6EDE4BD-33A6-FE41-8C67-89C7D7729BAA}" destId="{3C9BDF50-FCA6-384D-A708-1A00348DD352}" srcOrd="0" destOrd="0" presId="urn:microsoft.com/office/officeart/2024/layout/BulletTimelineInverted"/>
    <dgm:cxn modelId="{9BFC2873-E2A8-E444-B3BD-2D725DB4AFEE}" type="presParOf" srcId="{3C9BDF50-FCA6-384D-A708-1A00348DD352}" destId="{929AEE50-7F9F-B34A-B932-22F8B821CE6F}" srcOrd="0" destOrd="0" presId="urn:microsoft.com/office/officeart/2024/layout/BulletTimelineInverted"/>
    <dgm:cxn modelId="{5E71EC9B-9E66-A740-8874-33EF07A23D07}" type="presParOf" srcId="{3C9BDF50-FCA6-384D-A708-1A00348DD352}" destId="{DAA4C453-508A-0747-99D9-23A5EAEB5BDE}" srcOrd="1" destOrd="0" presId="urn:microsoft.com/office/officeart/2024/layout/BulletTimelineInverted"/>
    <dgm:cxn modelId="{357925D7-7E27-AA46-BBFB-2439EBB5136B}" type="presParOf" srcId="{A6EDE4BD-33A6-FE41-8C67-89C7D7729BAA}" destId="{DC165D71-28D4-474F-8072-4FCAED6707C5}" srcOrd="1" destOrd="0" presId="urn:microsoft.com/office/officeart/2024/layout/BulletTimelineInverted"/>
    <dgm:cxn modelId="{DF036737-976B-0E40-A327-527D9CDC254F}" type="presParOf" srcId="{A6EDE4BD-33A6-FE41-8C67-89C7D7729BAA}" destId="{807E39DA-17E9-CC42-AC64-812250A66575}" srcOrd="2" destOrd="0" presId="urn:microsoft.com/office/officeart/2024/layout/BulletTimelineInverted"/>
    <dgm:cxn modelId="{662AE230-B552-E943-B2FA-94867FA22322}" type="presParOf" srcId="{A6EDE4BD-33A6-FE41-8C67-89C7D7729BAA}" destId="{BAE1603A-9730-574E-B5AA-2BAA19C39CEF}" srcOrd="3" destOrd="0" presId="urn:microsoft.com/office/officeart/2024/layout/BulletTimelineInverted"/>
    <dgm:cxn modelId="{457E4EDD-48F8-304A-A819-84A2E1B9BA0F}" type="presParOf" srcId="{A6EDE4BD-33A6-FE41-8C67-89C7D7729BAA}" destId="{1B814119-9950-E943-B0BB-56D4375837A4}" srcOrd="4" destOrd="0" presId="urn:microsoft.com/office/officeart/2024/layout/BulletTimelineInverted"/>
    <dgm:cxn modelId="{772488E5-E4BD-F849-B59B-5DAD5DB4095E}" type="presParOf" srcId="{1B814119-9950-E943-B0BB-56D4375837A4}" destId="{CFF72285-746B-E84E-89D3-856C18473418}" srcOrd="0" destOrd="0" presId="urn:microsoft.com/office/officeart/2024/layout/BulletTimelineInverted"/>
    <dgm:cxn modelId="{B5343379-7D21-5A4B-927F-6097ACFD8924}" type="presParOf" srcId="{A6EDE4BD-33A6-FE41-8C67-89C7D7729BAA}" destId="{C06F45F1-12C8-0E4A-B67A-D1059B238C2F}" srcOrd="5" destOrd="0" presId="urn:microsoft.com/office/officeart/2024/layout/BulletTimelineInverted"/>
    <dgm:cxn modelId="{C7314A94-83B8-6C44-B331-3F648CF98B46}" type="presParOf" srcId="{DAB26F22-DCCB-104A-B1E9-7FF7945A7236}" destId="{DCEDD402-92E7-3E4C-BC02-474B85768AB7}" srcOrd="11" destOrd="0" presId="urn:microsoft.com/office/officeart/2024/layout/BulletTimelineInverted"/>
    <dgm:cxn modelId="{1297BA77-3882-8A40-A295-2E06772B7C63}" type="presParOf" srcId="{DAB26F22-DCCB-104A-B1E9-7FF7945A7236}" destId="{478408FE-6A55-3C43-8DB7-BAF392161874}" srcOrd="12" destOrd="0" presId="urn:microsoft.com/office/officeart/2024/layout/BulletTimelineInverted"/>
    <dgm:cxn modelId="{400B5A52-B5AE-C840-B152-BAE7A158F32A}" type="presParOf" srcId="{478408FE-6A55-3C43-8DB7-BAF392161874}" destId="{A5A225D3-9A2A-7643-8E50-8B80ABA256C0}" srcOrd="0" destOrd="0" presId="urn:microsoft.com/office/officeart/2024/layout/BulletTimelineInverted"/>
    <dgm:cxn modelId="{7A145831-4371-A44F-B780-C37F02588988}" type="presParOf" srcId="{A5A225D3-9A2A-7643-8E50-8B80ABA256C0}" destId="{8485643F-DE19-E648-BCCE-A9A73027A520}" srcOrd="0" destOrd="0" presId="urn:microsoft.com/office/officeart/2024/layout/BulletTimelineInverted"/>
    <dgm:cxn modelId="{435B36EE-ED7B-D345-97BB-0FD556F974AE}" type="presParOf" srcId="{A5A225D3-9A2A-7643-8E50-8B80ABA256C0}" destId="{87F7DDC7-2E62-CA4D-9DF8-FD75CEA74323}" srcOrd="1" destOrd="0" presId="urn:microsoft.com/office/officeart/2024/layout/BulletTimelineInverted"/>
    <dgm:cxn modelId="{7F0FBF45-CA6A-0544-A0A8-07026BD3B2C0}" type="presParOf" srcId="{478408FE-6A55-3C43-8DB7-BAF392161874}" destId="{C6CC035B-EBA5-7F42-91F0-CF685B1E356F}" srcOrd="1" destOrd="0" presId="urn:microsoft.com/office/officeart/2024/layout/BulletTimelineInverted"/>
    <dgm:cxn modelId="{7D1C9E90-0048-054F-95E4-FB3FF93D79FF}" type="presParOf" srcId="{478408FE-6A55-3C43-8DB7-BAF392161874}" destId="{E74C9CC0-12A2-B14E-AA3E-0FF90E9E2064}" srcOrd="2" destOrd="0" presId="urn:microsoft.com/office/officeart/2024/layout/BulletTimelineInverted"/>
    <dgm:cxn modelId="{47B3C922-A529-824F-A6E1-6AFE456265F2}" type="presParOf" srcId="{478408FE-6A55-3C43-8DB7-BAF392161874}" destId="{7E953B69-3858-2A42-AE01-FE82F3664D3A}" srcOrd="3" destOrd="0" presId="urn:microsoft.com/office/officeart/2024/layout/BulletTimelineInverted"/>
    <dgm:cxn modelId="{5CD87A71-708F-5C44-AC29-CD19DBCCE9A7}" type="presParOf" srcId="{478408FE-6A55-3C43-8DB7-BAF392161874}" destId="{FD20CA53-4999-7D4F-8F05-6EF59D297833}" srcOrd="4" destOrd="0" presId="urn:microsoft.com/office/officeart/2024/layout/BulletTimelineInverted"/>
    <dgm:cxn modelId="{F979FFF0-8E13-9C41-919C-450A3C46D330}" type="presParOf" srcId="{FD20CA53-4999-7D4F-8F05-6EF59D297833}" destId="{C595EB8A-A6AF-A744-B0E9-E27614155CBE}" srcOrd="0" destOrd="0" presId="urn:microsoft.com/office/officeart/2024/layout/BulletTimelineInverted"/>
    <dgm:cxn modelId="{42673D3A-EFCB-9641-816B-124464EDFF85}" type="presParOf" srcId="{478408FE-6A55-3C43-8DB7-BAF392161874}" destId="{CB51BB8C-2D85-4240-B525-A93C71DB6FD7}" srcOrd="5" destOrd="0" presId="urn:microsoft.com/office/officeart/2024/layout/BulletTimelineInverted"/>
    <dgm:cxn modelId="{5B893CB1-4A48-6847-8445-D8A505B8D237}" type="presParOf" srcId="{DAB26F22-DCCB-104A-B1E9-7FF7945A7236}" destId="{D0296CC9-FA56-EA4B-87E1-C2F2FC3C4D32}" srcOrd="13" destOrd="0" presId="urn:microsoft.com/office/officeart/2024/layout/BulletTimelineInverted"/>
    <dgm:cxn modelId="{0D38B0D8-73F4-4B40-9C52-D12B45E6070A}" type="presParOf" srcId="{DAB26F22-DCCB-104A-B1E9-7FF7945A7236}" destId="{12842C5C-D565-974C-9EE2-026D0012BC6D}" srcOrd="14" destOrd="0" presId="urn:microsoft.com/office/officeart/2024/layout/BulletTimelineInverted"/>
    <dgm:cxn modelId="{42ADC803-527E-2E44-BA44-1BF2EC3F3C9F}" type="presParOf" srcId="{12842C5C-D565-974C-9EE2-026D0012BC6D}" destId="{CC110EE3-3A28-9E48-877B-AADEEA402AB0}" srcOrd="0" destOrd="0" presId="urn:microsoft.com/office/officeart/2024/layout/BulletTimelineInverted"/>
    <dgm:cxn modelId="{5634204E-7217-1A40-9486-08E7D6FF34B6}" type="presParOf" srcId="{CC110EE3-3A28-9E48-877B-AADEEA402AB0}" destId="{6DA8B5FA-B0B6-204B-99D4-3FBD1686748C}" srcOrd="0" destOrd="0" presId="urn:microsoft.com/office/officeart/2024/layout/BulletTimelineInverted"/>
    <dgm:cxn modelId="{010D1FAD-7A03-0E4D-9385-F32FE7DD3753}" type="presParOf" srcId="{CC110EE3-3A28-9E48-877B-AADEEA402AB0}" destId="{178FD5D1-94C5-4844-9281-BA6038848239}" srcOrd="1" destOrd="0" presId="urn:microsoft.com/office/officeart/2024/layout/BulletTimelineInverted"/>
    <dgm:cxn modelId="{CF0624F2-2A26-6A40-82B5-CCBAFADBC50F}" type="presParOf" srcId="{12842C5C-D565-974C-9EE2-026D0012BC6D}" destId="{38CFB8AE-4C3C-3543-884E-BF43F2DCE78B}" srcOrd="1" destOrd="0" presId="urn:microsoft.com/office/officeart/2024/layout/BulletTimelineInverted"/>
    <dgm:cxn modelId="{5326AB22-04B4-874E-B4E8-4CF8132F2B65}" type="presParOf" srcId="{12842C5C-D565-974C-9EE2-026D0012BC6D}" destId="{E8A96BF8-584B-2C44-B771-B1305BAA11C6}" srcOrd="2" destOrd="0" presId="urn:microsoft.com/office/officeart/2024/layout/BulletTimelineInverted"/>
    <dgm:cxn modelId="{7C7A6AC3-5E65-6C45-94FA-6E5822E81882}" type="presParOf" srcId="{12842C5C-D565-974C-9EE2-026D0012BC6D}" destId="{5A0C8CEB-52CE-C440-8E2A-5264C18A80E6}" srcOrd="3" destOrd="0" presId="urn:microsoft.com/office/officeart/2024/layout/BulletTimelineInverted"/>
    <dgm:cxn modelId="{EDD8BA58-8928-3A44-823F-BED35B21E6D0}" type="presParOf" srcId="{12842C5C-D565-974C-9EE2-026D0012BC6D}" destId="{08082392-D726-674E-AF17-9E76F8C548A5}" srcOrd="4" destOrd="0" presId="urn:microsoft.com/office/officeart/2024/layout/BulletTimelineInverted"/>
    <dgm:cxn modelId="{A13FD7DC-DDF9-604F-9A15-CD8CD709C154}" type="presParOf" srcId="{08082392-D726-674E-AF17-9E76F8C548A5}" destId="{72B900F2-EEDE-DD48-9E83-CF094D4B9387}" srcOrd="0" destOrd="0" presId="urn:microsoft.com/office/officeart/2024/layout/BulletTimelineInverted"/>
    <dgm:cxn modelId="{2C3B0907-0F06-0648-8648-7A7DE2EF240A}" type="presParOf" srcId="{12842C5C-D565-974C-9EE2-026D0012BC6D}" destId="{E6995724-7652-2446-9A8E-034FF73A3A38}" srcOrd="5" destOrd="0" presId="urn:microsoft.com/office/officeart/2024/layout/BulletTimelineInverted"/>
    <dgm:cxn modelId="{DA469438-ECE3-BE42-92CF-3801D78539D2}" type="presParOf" srcId="{DAB26F22-DCCB-104A-B1E9-7FF7945A7236}" destId="{7F247052-2855-7149-8244-10C421CF60C4}" srcOrd="15" destOrd="0" presId="urn:microsoft.com/office/officeart/2024/layout/BulletTimelineInverted"/>
    <dgm:cxn modelId="{A3E59022-7D25-0C47-8DC5-5420DA1299E9}" type="presParOf" srcId="{DAB26F22-DCCB-104A-B1E9-7FF7945A7236}" destId="{312CB662-1305-C042-B0CB-9AF95ED965B6}" srcOrd="16" destOrd="0" presId="urn:microsoft.com/office/officeart/2024/layout/BulletTimelineInverted"/>
    <dgm:cxn modelId="{B40D608F-2468-3E4B-BC9D-9987E380E1CD}" type="presParOf" srcId="{312CB662-1305-C042-B0CB-9AF95ED965B6}" destId="{4125EF80-DE1F-D741-AD8C-040C893288BF}" srcOrd="0" destOrd="0" presId="urn:microsoft.com/office/officeart/2024/layout/BulletTimelineInverted"/>
    <dgm:cxn modelId="{681D2CD7-E94D-D743-B38D-E2B874AF5B01}" type="presParOf" srcId="{4125EF80-DE1F-D741-AD8C-040C893288BF}" destId="{57C9E7E8-E03E-BC4E-8910-A5A6B461C8EB}" srcOrd="0" destOrd="0" presId="urn:microsoft.com/office/officeart/2024/layout/BulletTimelineInverted"/>
    <dgm:cxn modelId="{5823157E-845C-8844-9639-60F172A1C05C}" type="presParOf" srcId="{4125EF80-DE1F-D741-AD8C-040C893288BF}" destId="{BDEA0BC9-AB81-794A-AEBB-B52C5EFCA114}" srcOrd="1" destOrd="0" presId="urn:microsoft.com/office/officeart/2024/layout/BulletTimelineInverted"/>
    <dgm:cxn modelId="{8657AE24-9893-D447-A187-9AD8211AB61F}" type="presParOf" srcId="{312CB662-1305-C042-B0CB-9AF95ED965B6}" destId="{B795C5D6-4DCD-DC45-8305-173F247A3E53}" srcOrd="1" destOrd="0" presId="urn:microsoft.com/office/officeart/2024/layout/BulletTimelineInverted"/>
    <dgm:cxn modelId="{F12FA0CA-A2AE-7D42-85BD-04DFD2271120}" type="presParOf" srcId="{312CB662-1305-C042-B0CB-9AF95ED965B6}" destId="{3605547B-AD76-B949-AE75-2EB7B1D3A29B}" srcOrd="2" destOrd="0" presId="urn:microsoft.com/office/officeart/2024/layout/BulletTimelineInverted"/>
    <dgm:cxn modelId="{96A9BBF2-FADC-A94B-9381-B11A9283B6B6}" type="presParOf" srcId="{312CB662-1305-C042-B0CB-9AF95ED965B6}" destId="{AC5AE390-6FD8-CF45-98FD-A6FE8DA70D4F}" srcOrd="3" destOrd="0" presId="urn:microsoft.com/office/officeart/2024/layout/BulletTimelineInverted"/>
    <dgm:cxn modelId="{612ABCF3-A5D1-9C4E-8EB4-FCF1A0729F65}" type="presParOf" srcId="{312CB662-1305-C042-B0CB-9AF95ED965B6}" destId="{D85CE713-AC05-B348-8EE4-FA3614DB6E68}" srcOrd="4" destOrd="0" presId="urn:microsoft.com/office/officeart/2024/layout/BulletTimelineInverted"/>
    <dgm:cxn modelId="{9585DD8B-A437-8A4F-96D1-95EA8321FADB}" type="presParOf" srcId="{D85CE713-AC05-B348-8EE4-FA3614DB6E68}" destId="{DAFE5808-D9B7-D648-A2AC-6665C3814FE4}" srcOrd="0" destOrd="0" presId="urn:microsoft.com/office/officeart/2024/layout/BulletTimelineInverted"/>
    <dgm:cxn modelId="{9C0E0267-0B42-BE48-9F4E-CA0C1F06B267}" type="presParOf" srcId="{312CB662-1305-C042-B0CB-9AF95ED965B6}" destId="{9EC1D6BD-7E53-CB4A-8A83-7D2621C5C41D}" srcOrd="5" destOrd="0" presId="urn:microsoft.com/office/officeart/2024/layout/BulletTimelineInverted"/>
    <dgm:cxn modelId="{F2AEC44F-B320-9543-A945-069E4D1D5BD1}" type="presParOf" srcId="{DAB26F22-DCCB-104A-B1E9-7FF7945A7236}" destId="{A5671B64-8FA2-4949-9432-B6A5BAF1C1E2}" srcOrd="17" destOrd="0" presId="urn:microsoft.com/office/officeart/2024/layout/BulletTimelineInverted"/>
    <dgm:cxn modelId="{4C7B02BF-26C2-6F47-A76C-B9E077E3D04A}" type="presParOf" srcId="{DAB26F22-DCCB-104A-B1E9-7FF7945A7236}" destId="{CADECB99-3BE6-5142-A992-2573B8C2EA06}" srcOrd="18" destOrd="0" presId="urn:microsoft.com/office/officeart/2024/layout/BulletTimelineInverted"/>
    <dgm:cxn modelId="{065F31F8-F0DB-F34C-9CE9-C88B010864AE}" type="presParOf" srcId="{CADECB99-3BE6-5142-A992-2573B8C2EA06}" destId="{09FAA0EE-0851-2147-B864-374A7C867917}" srcOrd="0" destOrd="0" presId="urn:microsoft.com/office/officeart/2024/layout/BulletTimelineInverted"/>
    <dgm:cxn modelId="{5277DE78-17CD-494C-B7D4-B64211A74ABB}" type="presParOf" srcId="{09FAA0EE-0851-2147-B864-374A7C867917}" destId="{FFC74F01-1D0B-5743-81EB-031E9D7A7732}" srcOrd="0" destOrd="0" presId="urn:microsoft.com/office/officeart/2024/layout/BulletTimelineInverted"/>
    <dgm:cxn modelId="{C862888B-17EA-8840-B89E-E9239579C403}" type="presParOf" srcId="{09FAA0EE-0851-2147-B864-374A7C867917}" destId="{EAF92A23-6353-5D4A-B9CC-77910E108ADA}" srcOrd="1" destOrd="0" presId="urn:microsoft.com/office/officeart/2024/layout/BulletTimelineInverted"/>
    <dgm:cxn modelId="{30BC88B6-C006-8A4F-9B55-3D5B488F28AC}" type="presParOf" srcId="{CADECB99-3BE6-5142-A992-2573B8C2EA06}" destId="{EB1F358C-ED47-BD44-942B-526E80817BE9}" srcOrd="1" destOrd="0" presId="urn:microsoft.com/office/officeart/2024/layout/BulletTimelineInverted"/>
    <dgm:cxn modelId="{14D04812-E844-624C-B03C-E49D71A4B42F}" type="presParOf" srcId="{CADECB99-3BE6-5142-A992-2573B8C2EA06}" destId="{6D944693-4F7D-A24D-94DA-6D2D4508BA55}" srcOrd="2" destOrd="0" presId="urn:microsoft.com/office/officeart/2024/layout/BulletTimelineInverted"/>
    <dgm:cxn modelId="{E305C0C3-4E9F-584D-B792-768BF6427A18}" type="presParOf" srcId="{CADECB99-3BE6-5142-A992-2573B8C2EA06}" destId="{17ED4797-49EB-934A-B098-BE41315CCF60}" srcOrd="3" destOrd="0" presId="urn:microsoft.com/office/officeart/2024/layout/BulletTimelineInverted"/>
    <dgm:cxn modelId="{8B4E7360-A92D-3E48-ACD2-06F8E4494C87}" type="presParOf" srcId="{CADECB99-3BE6-5142-A992-2573B8C2EA06}" destId="{EC13E4C9-4C8C-3946-ABEA-3CEE5084069E}" srcOrd="4" destOrd="0" presId="urn:microsoft.com/office/officeart/2024/layout/BulletTimelineInverted"/>
    <dgm:cxn modelId="{4251BA0B-D553-3C44-9FD0-9756030F8686}" type="presParOf" srcId="{EC13E4C9-4C8C-3946-ABEA-3CEE5084069E}" destId="{305922C3-6C61-B249-AB42-2F79DA3E2096}" srcOrd="0" destOrd="0" presId="urn:microsoft.com/office/officeart/2024/layout/BulletTimelineInverted"/>
    <dgm:cxn modelId="{F1BE5848-92F5-754D-B25D-29314F4A1D2A}" type="presParOf" srcId="{CADECB99-3BE6-5142-A992-2573B8C2EA06}" destId="{C8938190-AA65-AF4F-AFB3-CB3E54564B53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CDB0C-FCBA-2645-9F65-0487E21187D7}">
      <dsp:nvSpPr>
        <dsp:cNvPr id="0" name=""/>
        <dsp:cNvSpPr/>
      </dsp:nvSpPr>
      <dsp:spPr>
        <a:xfrm>
          <a:off x="0" y="2871818"/>
          <a:ext cx="11187843" cy="58016"/>
        </a:xfrm>
        <a:prstGeom prst="rect">
          <a:avLst/>
        </a:prstGeom>
        <a:gradFill rotWithShape="0">
          <a:gsLst>
            <a:gs pos="0">
              <a:schemeClr val="accent6"/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4E238-84E2-E540-8957-9191AD9924C3}">
      <dsp:nvSpPr>
        <dsp:cNvPr id="0" name=""/>
        <dsp:cNvSpPr/>
      </dsp:nvSpPr>
      <dsp:spPr>
        <a:xfrm>
          <a:off x="10884675" y="2668760"/>
          <a:ext cx="348099" cy="464132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D1371-E5B9-6447-A7B9-09C0D22498AC}">
      <dsp:nvSpPr>
        <dsp:cNvPr id="0" name=""/>
        <dsp:cNvSpPr/>
      </dsp:nvSpPr>
      <dsp:spPr>
        <a:xfrm>
          <a:off x="627454" y="1451837"/>
          <a:ext cx="1418358" cy="127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TKF Foundation founded by Kitty &amp; Tom Stoner, as a private grant-giving foundation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First Sacred Place Grand Opening: Inspiration Point at the Chesapeake Bay Foundation HQ, Annapolis, MD</a:t>
          </a:r>
        </a:p>
      </dsp:txBody>
      <dsp:txXfrm>
        <a:off x="627454" y="1451837"/>
        <a:ext cx="1418358" cy="1279005"/>
      </dsp:txXfrm>
    </dsp:sp>
    <dsp:sp modelId="{F18E6209-E8BC-8143-B095-AD1F02B6524E}">
      <dsp:nvSpPr>
        <dsp:cNvPr id="0" name=""/>
        <dsp:cNvSpPr/>
      </dsp:nvSpPr>
      <dsp:spPr>
        <a:xfrm>
          <a:off x="627454" y="790283"/>
          <a:ext cx="1418358" cy="66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1996</a:t>
          </a:r>
        </a:p>
      </dsp:txBody>
      <dsp:txXfrm>
        <a:off x="627454" y="790283"/>
        <a:ext cx="1418358" cy="661554"/>
      </dsp:txXfrm>
    </dsp:sp>
    <dsp:sp modelId="{A4D07DAB-66D6-4245-BA6C-98703E185646}">
      <dsp:nvSpPr>
        <dsp:cNvPr id="0" name=""/>
        <dsp:cNvSpPr/>
      </dsp:nvSpPr>
      <dsp:spPr>
        <a:xfrm>
          <a:off x="297033" y="746179"/>
          <a:ext cx="38873" cy="216107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B0240-4DF5-5045-913D-22DDC9CA1900}">
      <dsp:nvSpPr>
        <dsp:cNvPr id="0" name=""/>
        <dsp:cNvSpPr/>
      </dsp:nvSpPr>
      <dsp:spPr>
        <a:xfrm>
          <a:off x="1647618" y="4003836"/>
          <a:ext cx="1418358" cy="1063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Open Spaces, Sacred Places published</a:t>
          </a:r>
        </a:p>
      </dsp:txBody>
      <dsp:txXfrm>
        <a:off x="1647618" y="4003836"/>
        <a:ext cx="1418358" cy="1063070"/>
      </dsp:txXfrm>
    </dsp:sp>
    <dsp:sp modelId="{3B3C3E1C-71CE-CD42-BDB9-0C4E6C7A2FC1}">
      <dsp:nvSpPr>
        <dsp:cNvPr id="0" name=""/>
        <dsp:cNvSpPr/>
      </dsp:nvSpPr>
      <dsp:spPr>
        <a:xfrm>
          <a:off x="1647618" y="3302662"/>
          <a:ext cx="1418358" cy="701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2008</a:t>
          </a:r>
        </a:p>
      </dsp:txBody>
      <dsp:txXfrm>
        <a:off x="1647618" y="3302662"/>
        <a:ext cx="1418358" cy="701174"/>
      </dsp:txXfrm>
    </dsp:sp>
    <dsp:sp modelId="{CBBB92B6-C940-A344-9867-EC8D82934AD6}">
      <dsp:nvSpPr>
        <dsp:cNvPr id="0" name=""/>
        <dsp:cNvSpPr/>
      </dsp:nvSpPr>
      <dsp:spPr>
        <a:xfrm>
          <a:off x="1317197" y="2895528"/>
          <a:ext cx="38873" cy="221661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AB443-E65D-2A41-8DCC-C0FE444BDCBF}">
      <dsp:nvSpPr>
        <dsp:cNvPr id="0" name=""/>
        <dsp:cNvSpPr/>
      </dsp:nvSpPr>
      <dsp:spPr>
        <a:xfrm>
          <a:off x="215399" y="645109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67C7A-ABDD-5047-8830-ABB995DC82C1}">
      <dsp:nvSpPr>
        <dsp:cNvPr id="0" name=""/>
        <dsp:cNvSpPr/>
      </dsp:nvSpPr>
      <dsp:spPr>
        <a:xfrm>
          <a:off x="1235563" y="5011074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D45B3-BEF0-B34B-8650-635CB07EF430}">
      <dsp:nvSpPr>
        <dsp:cNvPr id="0" name=""/>
        <dsp:cNvSpPr/>
      </dsp:nvSpPr>
      <dsp:spPr>
        <a:xfrm>
          <a:off x="2667783" y="1451837"/>
          <a:ext cx="1418358" cy="127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Launched Nature Sacred National Awards Program</a:t>
          </a:r>
        </a:p>
      </dsp:txBody>
      <dsp:txXfrm>
        <a:off x="2667783" y="1451837"/>
        <a:ext cx="1418358" cy="1279005"/>
      </dsp:txXfrm>
    </dsp:sp>
    <dsp:sp modelId="{03DF84EB-DF66-A64C-A0E8-CA8A73CEE4D9}">
      <dsp:nvSpPr>
        <dsp:cNvPr id="0" name=""/>
        <dsp:cNvSpPr/>
      </dsp:nvSpPr>
      <dsp:spPr>
        <a:xfrm>
          <a:off x="2667783" y="790283"/>
          <a:ext cx="1418358" cy="66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2012</a:t>
          </a:r>
        </a:p>
      </dsp:txBody>
      <dsp:txXfrm>
        <a:off x="2667783" y="790283"/>
        <a:ext cx="1418358" cy="661554"/>
      </dsp:txXfrm>
    </dsp:sp>
    <dsp:sp modelId="{600DD0EF-2C8A-4D41-B063-DFEEBD23F4B7}">
      <dsp:nvSpPr>
        <dsp:cNvPr id="0" name=""/>
        <dsp:cNvSpPr/>
      </dsp:nvSpPr>
      <dsp:spPr>
        <a:xfrm>
          <a:off x="2337361" y="746179"/>
          <a:ext cx="38873" cy="216107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BFDB1-3D95-1440-9DA2-1D83EA09BB6A}">
      <dsp:nvSpPr>
        <dsp:cNvPr id="0" name=""/>
        <dsp:cNvSpPr/>
      </dsp:nvSpPr>
      <dsp:spPr>
        <a:xfrm>
          <a:off x="3687947" y="4003836"/>
          <a:ext cx="1418358" cy="1063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Firesoul</a:t>
          </a:r>
          <a:r>
            <a:rPr lang="en-US" sz="800" kern="1200" dirty="0"/>
            <a:t> Network founded</a:t>
          </a:r>
        </a:p>
      </dsp:txBody>
      <dsp:txXfrm>
        <a:off x="3687947" y="4003836"/>
        <a:ext cx="1418358" cy="1063070"/>
      </dsp:txXfrm>
    </dsp:sp>
    <dsp:sp modelId="{7D2DB48C-AD98-CC45-A989-E29498BFC0F9}">
      <dsp:nvSpPr>
        <dsp:cNvPr id="0" name=""/>
        <dsp:cNvSpPr/>
      </dsp:nvSpPr>
      <dsp:spPr>
        <a:xfrm>
          <a:off x="3687947" y="3302662"/>
          <a:ext cx="1418358" cy="701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2018</a:t>
          </a:r>
        </a:p>
      </dsp:txBody>
      <dsp:txXfrm>
        <a:off x="3687947" y="3302662"/>
        <a:ext cx="1418358" cy="701174"/>
      </dsp:txXfrm>
    </dsp:sp>
    <dsp:sp modelId="{93A59F36-A77A-1645-9D87-37D89AA6C6C9}">
      <dsp:nvSpPr>
        <dsp:cNvPr id="0" name=""/>
        <dsp:cNvSpPr/>
      </dsp:nvSpPr>
      <dsp:spPr>
        <a:xfrm>
          <a:off x="3357525" y="2895528"/>
          <a:ext cx="38873" cy="221661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BA577-F415-A748-96DE-4EC8375FEA4A}">
      <dsp:nvSpPr>
        <dsp:cNvPr id="0" name=""/>
        <dsp:cNvSpPr/>
      </dsp:nvSpPr>
      <dsp:spPr>
        <a:xfrm>
          <a:off x="2255727" y="645109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E8A56-66E8-3842-AEFE-300587EBBFF0}">
      <dsp:nvSpPr>
        <dsp:cNvPr id="0" name=""/>
        <dsp:cNvSpPr/>
      </dsp:nvSpPr>
      <dsp:spPr>
        <a:xfrm>
          <a:off x="3275892" y="5011074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2145E3-797A-8641-9CAA-B00AA4100EC5}">
      <dsp:nvSpPr>
        <dsp:cNvPr id="0" name=""/>
        <dsp:cNvSpPr/>
      </dsp:nvSpPr>
      <dsp:spPr>
        <a:xfrm>
          <a:off x="4708111" y="1451837"/>
          <a:ext cx="1418358" cy="127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30+ Articles published funded by TKF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100 Sacred Places open</a:t>
          </a:r>
        </a:p>
      </dsp:txBody>
      <dsp:txXfrm>
        <a:off x="4708111" y="1451837"/>
        <a:ext cx="1418358" cy="1279005"/>
      </dsp:txXfrm>
    </dsp:sp>
    <dsp:sp modelId="{322E269B-1A0F-5848-A012-CCAA0BDCDDAC}">
      <dsp:nvSpPr>
        <dsp:cNvPr id="0" name=""/>
        <dsp:cNvSpPr/>
      </dsp:nvSpPr>
      <dsp:spPr>
        <a:xfrm>
          <a:off x="4708111" y="790283"/>
          <a:ext cx="1418358" cy="66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2019</a:t>
          </a:r>
        </a:p>
      </dsp:txBody>
      <dsp:txXfrm>
        <a:off x="4708111" y="790283"/>
        <a:ext cx="1418358" cy="661554"/>
      </dsp:txXfrm>
    </dsp:sp>
    <dsp:sp modelId="{04E62124-E0B4-344B-A775-A6BD344E8321}">
      <dsp:nvSpPr>
        <dsp:cNvPr id="0" name=""/>
        <dsp:cNvSpPr/>
      </dsp:nvSpPr>
      <dsp:spPr>
        <a:xfrm>
          <a:off x="4377689" y="746179"/>
          <a:ext cx="38873" cy="216107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165D71-28D4-474F-8072-4FCAED6707C5}">
      <dsp:nvSpPr>
        <dsp:cNvPr id="0" name=""/>
        <dsp:cNvSpPr/>
      </dsp:nvSpPr>
      <dsp:spPr>
        <a:xfrm>
          <a:off x="5728275" y="4003836"/>
          <a:ext cx="1418358" cy="1063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Official rebranded to Nature Sacred and shift to operating foundation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Formed an Independent Board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Launched first strategic plan as an operating foundation</a:t>
          </a:r>
        </a:p>
      </dsp:txBody>
      <dsp:txXfrm>
        <a:off x="5728275" y="4003836"/>
        <a:ext cx="1418358" cy="1063070"/>
      </dsp:txXfrm>
    </dsp:sp>
    <dsp:sp modelId="{807E39DA-17E9-CC42-AC64-812250A66575}">
      <dsp:nvSpPr>
        <dsp:cNvPr id="0" name=""/>
        <dsp:cNvSpPr/>
      </dsp:nvSpPr>
      <dsp:spPr>
        <a:xfrm>
          <a:off x="5728275" y="3302662"/>
          <a:ext cx="1418358" cy="701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2020</a:t>
          </a:r>
        </a:p>
      </dsp:txBody>
      <dsp:txXfrm>
        <a:off x="5728275" y="3302662"/>
        <a:ext cx="1418358" cy="701174"/>
      </dsp:txXfrm>
    </dsp:sp>
    <dsp:sp modelId="{BAE1603A-9730-574E-B5AA-2BAA19C39CEF}">
      <dsp:nvSpPr>
        <dsp:cNvPr id="0" name=""/>
        <dsp:cNvSpPr/>
      </dsp:nvSpPr>
      <dsp:spPr>
        <a:xfrm>
          <a:off x="5397853" y="2895528"/>
          <a:ext cx="38873" cy="221661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26C54-F40D-E84C-A432-E6DEF53C6A1E}">
      <dsp:nvSpPr>
        <dsp:cNvPr id="0" name=""/>
        <dsp:cNvSpPr/>
      </dsp:nvSpPr>
      <dsp:spPr>
        <a:xfrm>
          <a:off x="4296056" y="645109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72285-746B-E84E-89D3-856C18473418}">
      <dsp:nvSpPr>
        <dsp:cNvPr id="0" name=""/>
        <dsp:cNvSpPr/>
      </dsp:nvSpPr>
      <dsp:spPr>
        <a:xfrm>
          <a:off x="5316220" y="5011074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C035B-EBA5-7F42-91F0-CF685B1E356F}">
      <dsp:nvSpPr>
        <dsp:cNvPr id="0" name=""/>
        <dsp:cNvSpPr/>
      </dsp:nvSpPr>
      <dsp:spPr>
        <a:xfrm>
          <a:off x="6653452" y="1339009"/>
          <a:ext cx="1418358" cy="127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Celebrated 25 years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err="1"/>
            <a:t>BenchTalk</a:t>
          </a:r>
          <a:r>
            <a:rPr lang="en-US" sz="800" kern="1200"/>
            <a:t> published</a:t>
          </a:r>
        </a:p>
      </dsp:txBody>
      <dsp:txXfrm>
        <a:off x="6653452" y="1339009"/>
        <a:ext cx="1418358" cy="1279005"/>
      </dsp:txXfrm>
    </dsp:sp>
    <dsp:sp modelId="{E74C9CC0-12A2-B14E-AA3E-0FF90E9E2064}">
      <dsp:nvSpPr>
        <dsp:cNvPr id="0" name=""/>
        <dsp:cNvSpPr/>
      </dsp:nvSpPr>
      <dsp:spPr>
        <a:xfrm>
          <a:off x="6653452" y="677455"/>
          <a:ext cx="1418358" cy="66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2022</a:t>
          </a:r>
        </a:p>
      </dsp:txBody>
      <dsp:txXfrm>
        <a:off x="6653452" y="677455"/>
        <a:ext cx="1418358" cy="661554"/>
      </dsp:txXfrm>
    </dsp:sp>
    <dsp:sp modelId="{7E953B69-3858-2A42-AE01-FE82F3664D3A}">
      <dsp:nvSpPr>
        <dsp:cNvPr id="0" name=""/>
        <dsp:cNvSpPr/>
      </dsp:nvSpPr>
      <dsp:spPr>
        <a:xfrm>
          <a:off x="6418018" y="746179"/>
          <a:ext cx="38873" cy="216107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CFB8AE-4C3C-3543-884E-BF43F2DCE78B}">
      <dsp:nvSpPr>
        <dsp:cNvPr id="0" name=""/>
        <dsp:cNvSpPr/>
      </dsp:nvSpPr>
      <dsp:spPr>
        <a:xfrm>
          <a:off x="7768603" y="4003836"/>
          <a:ext cx="1418358" cy="1063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Pascal Mittermaier named as Board Chair</a:t>
          </a:r>
        </a:p>
      </dsp:txBody>
      <dsp:txXfrm>
        <a:off x="7768603" y="4003836"/>
        <a:ext cx="1418358" cy="1063070"/>
      </dsp:txXfrm>
    </dsp:sp>
    <dsp:sp modelId="{E8A96BF8-584B-2C44-B771-B1305BAA11C6}">
      <dsp:nvSpPr>
        <dsp:cNvPr id="0" name=""/>
        <dsp:cNvSpPr/>
      </dsp:nvSpPr>
      <dsp:spPr>
        <a:xfrm>
          <a:off x="7768603" y="3302662"/>
          <a:ext cx="1418358" cy="701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2023</a:t>
          </a:r>
        </a:p>
      </dsp:txBody>
      <dsp:txXfrm>
        <a:off x="7768603" y="3302662"/>
        <a:ext cx="1418358" cy="701174"/>
      </dsp:txXfrm>
    </dsp:sp>
    <dsp:sp modelId="{5A0C8CEB-52CE-C440-8E2A-5264C18A80E6}">
      <dsp:nvSpPr>
        <dsp:cNvPr id="0" name=""/>
        <dsp:cNvSpPr/>
      </dsp:nvSpPr>
      <dsp:spPr>
        <a:xfrm>
          <a:off x="7438182" y="2895528"/>
          <a:ext cx="38873" cy="221661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5EB8A-A6AF-A744-B0E9-E27614155CBE}">
      <dsp:nvSpPr>
        <dsp:cNvPr id="0" name=""/>
        <dsp:cNvSpPr/>
      </dsp:nvSpPr>
      <dsp:spPr>
        <a:xfrm>
          <a:off x="6336384" y="645109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900F2-EEDE-DD48-9E83-CF094D4B9387}">
      <dsp:nvSpPr>
        <dsp:cNvPr id="0" name=""/>
        <dsp:cNvSpPr/>
      </dsp:nvSpPr>
      <dsp:spPr>
        <a:xfrm>
          <a:off x="7356548" y="5011074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5C5D6-4DCD-DC45-8305-173F247A3E53}">
      <dsp:nvSpPr>
        <dsp:cNvPr id="0" name=""/>
        <dsp:cNvSpPr/>
      </dsp:nvSpPr>
      <dsp:spPr>
        <a:xfrm>
          <a:off x="8788767" y="1451837"/>
          <a:ext cx="1418358" cy="1279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Successful completion of Nature Sacred's strategic plan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200 Sacred Places open or in development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Sacred Place Opened at Mount Street Gardens (London, UK), the place that inspired the Co-Founders, in honor 30 years of impact</a:t>
          </a:r>
        </a:p>
      </dsp:txBody>
      <dsp:txXfrm>
        <a:off x="8788767" y="1451837"/>
        <a:ext cx="1418358" cy="1279005"/>
      </dsp:txXfrm>
    </dsp:sp>
    <dsp:sp modelId="{3605547B-AD76-B949-AE75-2EB7B1D3A29B}">
      <dsp:nvSpPr>
        <dsp:cNvPr id="0" name=""/>
        <dsp:cNvSpPr/>
      </dsp:nvSpPr>
      <dsp:spPr>
        <a:xfrm>
          <a:off x="8788767" y="790283"/>
          <a:ext cx="1418358" cy="66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 dirty="0"/>
            <a:t>2025</a:t>
          </a:r>
        </a:p>
      </dsp:txBody>
      <dsp:txXfrm>
        <a:off x="8788767" y="790283"/>
        <a:ext cx="1418358" cy="661554"/>
      </dsp:txXfrm>
    </dsp:sp>
    <dsp:sp modelId="{AC5AE390-6FD8-CF45-98FD-A6FE8DA70D4F}">
      <dsp:nvSpPr>
        <dsp:cNvPr id="0" name=""/>
        <dsp:cNvSpPr/>
      </dsp:nvSpPr>
      <dsp:spPr>
        <a:xfrm>
          <a:off x="8458346" y="746179"/>
          <a:ext cx="38873" cy="216107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1F358C-ED47-BD44-942B-526E80817BE9}">
      <dsp:nvSpPr>
        <dsp:cNvPr id="0" name=""/>
        <dsp:cNvSpPr/>
      </dsp:nvSpPr>
      <dsp:spPr>
        <a:xfrm>
          <a:off x="9808932" y="4003836"/>
          <a:ext cx="1418358" cy="1063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Launched Finding A Better Way: Accelerating Belonging Through Nature strategic plan</a:t>
          </a:r>
        </a:p>
      </dsp:txBody>
      <dsp:txXfrm>
        <a:off x="9808932" y="4003836"/>
        <a:ext cx="1418358" cy="1063070"/>
      </dsp:txXfrm>
    </dsp:sp>
    <dsp:sp modelId="{6D944693-4F7D-A24D-94DA-6D2D4508BA55}">
      <dsp:nvSpPr>
        <dsp:cNvPr id="0" name=""/>
        <dsp:cNvSpPr/>
      </dsp:nvSpPr>
      <dsp:spPr>
        <a:xfrm>
          <a:off x="9808932" y="3302662"/>
          <a:ext cx="1418358" cy="701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 dirty="0"/>
            <a:t>2026</a:t>
          </a:r>
        </a:p>
      </dsp:txBody>
      <dsp:txXfrm>
        <a:off x="9808932" y="3302662"/>
        <a:ext cx="1418358" cy="701174"/>
      </dsp:txXfrm>
    </dsp:sp>
    <dsp:sp modelId="{17ED4797-49EB-934A-B098-BE41315CCF60}">
      <dsp:nvSpPr>
        <dsp:cNvPr id="0" name=""/>
        <dsp:cNvSpPr/>
      </dsp:nvSpPr>
      <dsp:spPr>
        <a:xfrm>
          <a:off x="9478510" y="2895528"/>
          <a:ext cx="38873" cy="221661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FE5808-D9B7-D648-A2AC-6665C3814FE4}">
      <dsp:nvSpPr>
        <dsp:cNvPr id="0" name=""/>
        <dsp:cNvSpPr/>
      </dsp:nvSpPr>
      <dsp:spPr>
        <a:xfrm>
          <a:off x="8376712" y="645109"/>
          <a:ext cx="202140" cy="202140"/>
        </a:xfrm>
        <a:prstGeom prst="ellipse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922C3-6C61-B249-AB42-2F79DA3E2096}">
      <dsp:nvSpPr>
        <dsp:cNvPr id="0" name=""/>
        <dsp:cNvSpPr/>
      </dsp:nvSpPr>
      <dsp:spPr>
        <a:xfrm>
          <a:off x="9396876" y="5011074"/>
          <a:ext cx="202140" cy="2021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1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2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2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3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3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4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4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  <dgm:pt modelId="50">
          <dgm:prSet phldrT="Add an event" phldr="1">
            <dgm:extLst>
              <a:ext uri="{C7F2D5A4-9E3B-4C8F-A7D2-1F8E9B6C4A30}">
                <msodIdLoc:phldrLoc xmlns:msodIdLoc="http://schemas.microsoft.com/office/drawing/2026/04/diagram/placeholderloc" id="msoidsIgxTimelineAddEvent"/>
              </a:ext>
            </dgm:extLst>
          </dgm:prSet>
        </dgm:pt>
        <dgm:pt modelId="51">
          <dgm:prSet phldrT="Write a description of the significance of this event" phldr="1">
            <dgm:extLst>
              <a:ext uri="{C7F2D5A4-9E3B-4C8F-A7D2-1F8E9B6C4A30}">
                <msodIdLoc:phldrLoc xmlns:msodIdLoc="http://schemas.microsoft.com/office/drawing/2026/04/diagram/placeholderloc" id="msoidsIgxTimelineEventDescription"/>
              </a:ext>
            </dgm:extLst>
          </dgm:prSet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9B09-54D4-9509-B3C1-CA07A08F0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A6112-9390-0B9E-C063-FF009C411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C8B4C-DBD0-801C-2C42-161E1F34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CA154-FCE9-A2C1-3C67-86A92DB50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BC795-30A0-BD97-18A8-DA92A167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0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007A6-8528-2C13-CCED-1AF70F0D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AE430-DB6A-E7F2-080C-20172D62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50532-BE7A-8AED-F30B-6708891F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96892-13BE-5816-B91E-2458B234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6D897-C7F2-9955-97A8-C4E87992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53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CA6E-A3F6-778C-6B18-181AE396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B48BA-7FCF-E7BF-0354-5445350D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6F65A-6ECE-6C61-AEBB-4BDBB97C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68CF5-1FD2-3C3F-063F-F0140CC3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7E713-B6DC-CD9B-15A4-675BB576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9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044B-8E4E-8CA9-0941-6F6B4B47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BBA8B-2988-91C8-177B-465A9E8C3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FE947-BB5D-55F1-00C2-AEAFDC865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107A3-6E62-614C-5A27-A980ACD8A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4EB3B-6B71-B6F9-4319-FC6F759E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B254F-2577-0817-7686-ABEB6B26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9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FDA7-5497-9F22-3DD3-FBCBB0013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CED2F-D614-574E-022D-DAC7927D0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0A299-B7F7-46AF-50DC-ECC00A0CC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5E67B-90D6-BE48-E51B-D4FBAE2DD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6F11F-4A2F-6910-5E6E-919387627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B09DD-560C-59B3-14A5-47FD7315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7AC7DC-9355-FEC8-D0C0-86FCEA12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65C3D-49B0-FA9E-101B-EA21D8B0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2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F6CC-06E8-52C0-7BA8-7D35CE50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53305-6E78-3A46-8BDB-025D978E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DB5C3-5549-240F-FBF0-0425514C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155B9-CE6C-FA04-1DA9-97FC91E8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9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CC670E-086B-BA99-5125-AAF3172C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A7715-E55C-7727-4571-B3C7B54C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65356-B9EA-EF34-DC7C-FED7F8B3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3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EB3E3-1341-29F0-102F-CB1E3485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49A4C-3662-6F04-048B-6BE5B7CCA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A4A3C-87DC-7B96-22D1-41E5AF607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54651-049B-9E70-BD1B-4E12AE4C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B3997-E7CE-D0CA-C11D-241C8588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D5178-DF5D-27FE-5E6C-18B38C9E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6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6F65-2026-014E-6583-1901A9DC1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B3F30-DA2E-B422-B1A2-3745BED4D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E761B-CEC8-799B-1270-4443F16C9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92DF1-C510-FAAB-B8BE-62CE779D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0E4A7-CF57-0A7F-85A9-6D287687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8F34B-2C15-BD8F-0AE4-0CC94275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5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9C104-2695-9BB4-A921-4AC2B8A1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A8727-12CC-C594-B8F5-58EBED561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D1E7-3BEE-3878-B483-D27ADD39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791C-0823-62D9-758A-9C0A914F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F0B33-E49F-D102-1959-0B5A5388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17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24081-FAFA-F4BC-8E9D-48F8918D0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E99DB-FE54-1F56-A9EA-5BD101AFE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EEBAF-A1F8-B233-4C27-C5021B9B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45254-7236-AE71-9446-D562763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16FF4-CEC2-3BD7-C037-062429F2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7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E6E52-FF04-79E8-BBC0-82980185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547A9-192F-3CC6-A888-D05013335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DE1B-3F99-8D13-ADD0-53D0FE5AF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DD39F-8BE8-A34E-A2A5-6DCD805563EC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643A9-6FAC-7068-C449-804EE1747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CF8D5-9446-1CFE-9444-27849FE45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3F251F-6DEE-1147-BF98-523E4455A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5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A869-864C-17CC-165F-4DD2637EC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78ED-3200-6667-BB36-EA57B436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Nature Sacred Timeline: External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274994-571B-BE2B-BB61-66DB9EE4236A}"/>
              </a:ext>
            </a:extLst>
          </p:cNvPr>
          <p:cNvGraphicFramePr/>
          <p:nvPr/>
        </p:nvGraphicFramePr>
        <p:xfrm>
          <a:off x="493059" y="954741"/>
          <a:ext cx="11232775" cy="5801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1C20DF2-3FF2-A4CC-FF1C-6962E41A96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7453" y="2667595"/>
            <a:ext cx="847364" cy="1187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840A7-033F-CCA6-10D1-009A45FEBF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4742" y="5260969"/>
            <a:ext cx="1306583" cy="14954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AC796E-8DF3-AECC-23F9-5B3A65C36F0C}"/>
              </a:ext>
            </a:extLst>
          </p:cNvPr>
          <p:cNvSpPr txBox="1"/>
          <p:nvPr/>
        </p:nvSpPr>
        <p:spPr>
          <a:xfrm>
            <a:off x="3171217" y="2986391"/>
            <a:ext cx="1167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NS Logo debuted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DD92B-EF35-7E40-5802-B50877AD7C41}"/>
              </a:ext>
            </a:extLst>
          </p:cNvPr>
          <p:cNvSpPr txBox="1"/>
          <p:nvPr/>
        </p:nvSpPr>
        <p:spPr>
          <a:xfrm>
            <a:off x="1073381" y="3146898"/>
            <a:ext cx="15175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Inspo</a:t>
            </a:r>
            <a:r>
              <a:rPr lang="en-US" dirty="0">
                <a:solidFill>
                  <a:srgbClr val="FFC000"/>
                </a:solidFill>
              </a:rPr>
              <a:t> point photo or co-founders in Mt. Street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CBA532-86E9-BFC5-143A-CC15EC0BF66A}"/>
              </a:ext>
            </a:extLst>
          </p:cNvPr>
          <p:cNvSpPr txBox="1"/>
          <p:nvPr/>
        </p:nvSpPr>
        <p:spPr>
          <a:xfrm>
            <a:off x="10544783" y="5515583"/>
            <a:ext cx="1254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FABW plan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B12023-2F1A-2FF8-26F1-0A16E5980A84}"/>
              </a:ext>
            </a:extLst>
          </p:cNvPr>
          <p:cNvSpPr txBox="1"/>
          <p:nvPr/>
        </p:nvSpPr>
        <p:spPr>
          <a:xfrm>
            <a:off x="10770140" y="2669844"/>
            <a:ext cx="11673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Possible Light the Labyrinth event</a:t>
            </a:r>
          </a:p>
        </p:txBody>
      </p:sp>
    </p:spTree>
    <p:extLst>
      <p:ext uri="{BB962C8B-B14F-4D97-AF65-F5344CB8AC3E}">
        <p14:creationId xmlns:p14="http://schemas.microsoft.com/office/powerpoint/2010/main" val="288908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Macintosh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Nature Sacred Timeline: External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Alden Stoner</dc:creator>
  <cp:lastModifiedBy>Alden Stoner</cp:lastModifiedBy>
  <cp:revision>1</cp:revision>
  <dcterms:created xsi:type="dcterms:W3CDTF">2026-07-29T15:45:58Z</dcterms:created>
  <dcterms:modified xsi:type="dcterms:W3CDTF">2026-07-29T15:46:29Z</dcterms:modified>
</cp:coreProperties>
</file>